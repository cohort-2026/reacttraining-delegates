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</a:t>
            </a:r>
          </a:p>
          <a:p>
            <a:endParaRPr lang="en-US" dirty="0"/>
          </a:p>
          <a:p>
            <a:r>
              <a:rPr lang="en-US" dirty="0"/>
              <a:t>SAY: TaskBoard shows data; clicks do nothing. Today: state = data that changes over time; events = how users trigger those changes.</a:t>
            </a:r>
          </a:p>
          <a:p>
            <a:endParaRPr lang="en-US" dirty="0"/>
          </a:p>
          <a:p>
            <a:r>
              <a:rPr lang="en-US" dirty="0"/>
              <a:t>SAY: By end of today: add, complete, edit, delete tasks in TaskBoard.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 min</a:t>
            </a:r>
          </a:p>
          <a:p>
            <a:endParaRPr lang="en-US" dirty="0"/>
          </a:p>
          <a:p>
            <a:r>
              <a:rPr lang="en-US" dirty="0"/>
              <a:t>ANSWERS:</a:t>
            </a:r>
          </a:p>
          <a:p>
            <a:r>
              <a:rPr lang="en-US" dirty="0"/>
              <a:t>1. className.</a:t>
            </a:r>
          </a:p>
          <a:p>
            <a:r>
              <a:rPr lang="en-US" dirty="0"/>
              <a:t>2. Props: passed like attributes, received as one object.</a:t>
            </a:r>
          </a:p>
          <a:p>
            <a:r>
              <a:rPr lang="en-US" dirty="0"/>
              <a:t>3. Whatever is between component's opening and closing tags.</a:t>
            </a:r>
          </a:p>
          <a:p>
            <a:r>
              <a:rPr lang="en-US" dirty="0"/>
              <a:t>4. Indexes shift on removal → React can mismatch items and their internal state.</a:t>
            </a:r>
          </a:p>
          <a:p>
            <a:r>
              <a:rPr lang="en-US" dirty="0"/>
              <a:t>5. Renders stray 0. Use count &gt; 0 &amp;&amp; instead.</a:t>
            </a:r>
          </a:p>
          <a:p>
            <a:endParaRPr lang="en-US" dirty="0"/>
          </a:p>
          <a:p>
            <a:r>
              <a:rPr lang="en-US" dirty="0"/>
              <a:t>DO: One delegate shows SummaryBar homework. Confirm totals calculated, not stored. Praise: derived state principle, formalised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</a:t>
            </a:r>
          </a:p>
          <a:p>
            <a:endParaRPr lang="en-US" dirty="0"/>
          </a:p>
          <a:p>
            <a:r>
              <a:rPr lang="en-US" dirty="0"/>
              <a:t>SAY: Four modules. useState = component memory. Events link user actions to state. Forms combine both. Module 4.4 = rules keeping state bug-free as apps grow; take time, separates beginners from professionals.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Component function runs top to bottom every render. Normal variables recreated each time → forget everything. State = memory between renders.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 min</a:t>
            </a:r>
          </a:p>
          <a:p>
            <a:endParaRPr lang="en-US" dirty="0"/>
          </a:p>
          <a:p>
            <a:r>
              <a:rPr lang="en-US" dirty="0"/>
              <a:t>SAY: useState = a Hook. Hooks = special React functions, names start with "use"; give components React features. This one adds memory.</a:t>
            </a:r>
          </a:p>
          <a:p>
            <a:endParaRPr lang="en-US" dirty="0"/>
          </a:p>
          <a:p>
            <a:r>
              <a:rPr lang="en-US" dirty="0"/>
              <a:t>SAY: useState takes initial value (here 0) → array of two things. Destructure (Day 2): count = current value; setCount = function to change it.</a:t>
            </a:r>
          </a:p>
          <a:p>
            <a:endParaRPr lang="en-US" dirty="0"/>
          </a:p>
          <a:p>
            <a:r>
              <a:rPr lang="en-US" dirty="0"/>
              <a:t>SAY: Click → handleClick calls setCount with new value → React stores it, re-renders Counter → useState returns new value → screen shows new number.</a:t>
            </a:r>
          </a:p>
          <a:p>
            <a:endParaRPr lang="en-US" dirty="0"/>
          </a:p>
          <a:p>
            <a:r>
              <a:rPr lang="en-US" dirty="0"/>
              <a:t>SAY: Naming: something and setSomething: [isOpen, setIsOpen], [tasks, setTasks].</a:t>
            </a:r>
          </a:p>
          <a:p>
            <a:endParaRPr lang="en-US" dirty="0"/>
          </a:p>
          <a:p>
            <a:r>
              <a:rPr lang="en-US" dirty="0"/>
              <a:t>DO: Build Counter, render in App, click. Then React DevTools Components tab → Counter → state value updates live under "hooks".</a:t>
            </a:r>
          </a:p>
          <a:p>
            <a:endParaRPr lang="en-US" dirty="0"/>
          </a:p>
          <a:p>
            <a:r>
              <a:rPr lang="en-US" dirty="0"/>
              <a:t>DO: Wrong way first: let count = 0 and count++ in click handler. Click → no change on screen. Log count: variable changes, but React never re-renders; value resets each render anyway.</a:t>
            </a:r>
          </a:p>
          <a:p>
            <a:endParaRPr lang="en-US" dirty="0"/>
          </a:p>
          <a:p>
            <a:r>
              <a:rPr lang="en-US" dirty="0"/>
              <a:t>ASK: Two things calling setCount does? (Stores new value; triggers re-render.)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</a:t>
            </a:r>
          </a:p>
          <a:p>
            <a:endParaRPr lang="en-US" dirty="0"/>
          </a:p>
          <a:p>
            <a:r>
              <a:rPr lang="en-US" dirty="0"/>
              <a:t>SAY: Understanding this cycle prevents most state bugs.</a:t>
            </a:r>
          </a:p>
          <a:p>
            <a:endParaRPr lang="en-US" dirty="0"/>
          </a:p>
          <a:p>
            <a:r>
              <a:rPr lang="en-US" dirty="0"/>
              <a:t>SAY: Step one: click runs handler. Step two: setter schedules update; does not change count variable held now. Step three: React calls component function again; useState returns new value. Step four: React compares new JSX with old; updates only changed text.</a:t>
            </a:r>
          </a:p>
          <a:p>
            <a:endParaRPr lang="en-US" dirty="0"/>
          </a:p>
          <a:p>
            <a:r>
              <a:rPr lang="en-US" dirty="0"/>
              <a:t>SAY: Rules of Hooks (must follow): call Hooks only at top level of component, never inside if statements, loops or nested functions; only from React components or own custom Hooks. React relies on same Hook order every render.</a:t>
            </a:r>
          </a:p>
          <a:p>
            <a:endParaRPr lang="en-US" dirty="0"/>
          </a:p>
          <a:p>
            <a:r>
              <a:rPr lang="en-US" dirty="0"/>
              <a:t>DO: console.log("render", count) at top of Counter. Click → one log per render. StrictMode may log twice in development; expected.</a:t>
            </a:r>
          </a:p>
          <a:p>
            <a:endParaRPr lang="en-US" dirty="0"/>
          </a:p>
          <a:p>
            <a:r>
              <a:rPr lang="en-US" dirty="0"/>
              <a:t>ASK: setCount inside an if statement in a click handler: breaks the rules? (No. Rule covers calling useState itself, not the setter.)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Within one render count = fixed snapshot; setCount does not change it. Three setCount(count + 1) calls each calculate 0 + 1 → 1, not 3.</a:t>
            </a:r>
          </a:p>
          <a:p>
            <a:endParaRPr lang="en-US" dirty="0"/>
          </a:p>
          <a:p>
            <a:r>
              <a:rPr lang="en-US" dirty="0"/>
              <a:t>SAY: Fix: updater function. Pass function, not value; receives latest pending value, returns next. React queues, runs in order: 0 to 1, 1 to 2, 2 to 3.</a:t>
            </a:r>
          </a:p>
          <a:p>
            <a:endParaRPr lang="en-US" dirty="0"/>
          </a:p>
          <a:p>
            <a:r>
              <a:rPr lang="en-US" dirty="0"/>
              <a:t>SAY: Rule of thumb: new state calculated from old → updater form. E.g. setIsOpen((open) =&gt; !open) and setTasks((prev) =&gt; [...prev, newTask]).</a:t>
            </a:r>
          </a:p>
          <a:p>
            <a:endParaRPr lang="en-US" dirty="0"/>
          </a:p>
          <a:p>
            <a:r>
              <a:rPr lang="en-US" dirty="0"/>
              <a:t>DO: Add both buttons; demo. Then console.log(count) right after setters in handler → still old value.</a:t>
            </a:r>
          </a:p>
          <a:p>
            <a:endParaRPr lang="en-US" dirty="0"/>
          </a:p>
          <a:p>
            <a:r>
              <a:rPr lang="en-US" dirty="0"/>
              <a:t>ASK: console.log(count) immediately after setCount(5), count was 2: prints? (2. New value appears next render.)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</a:t>
            </a:r>
          </a:p>
          <a:p>
            <a:endParaRPr lang="en-US" dirty="0"/>
          </a:p>
          <a:p>
            <a:r>
              <a:rPr lang="en-US" dirty="0"/>
              <a:t>SAY: Props and state = both data; differ in owner.</a:t>
            </a:r>
          </a:p>
          <a:p>
            <a:endParaRPr lang="en-US" dirty="0"/>
          </a:p>
          <a:p>
            <a:r>
              <a:rPr lang="en-US" dirty="0"/>
              <a:t>SAY: Props: from parent; read-only. State: owned by component; only it can change it, via its setter.</a:t>
            </a:r>
          </a:p>
          <a:p>
            <a:endParaRPr lang="en-US" dirty="0"/>
          </a:p>
          <a:p>
            <a:r>
              <a:rPr lang="en-US" dirty="0"/>
              <a:t>SAY: Common pattern: parent holds state, passes to children as props → one component's state = another's props. Task list: state in App, props in Board.</a:t>
            </a:r>
          </a:p>
          <a:p>
            <a:endParaRPr lang="en-US" dirty="0"/>
          </a:p>
          <a:p>
            <a:r>
              <a:rPr lang="en-US" dirty="0"/>
              <a:t>SAY: Is it state? Changes over time? No → not state. Passed in from parent? Yes → prop. Calculable from other state or props? Yes → not state; calculate it (Module 4.4).</a:t>
            </a:r>
          </a:p>
          <a:p>
            <a:endParaRPr lang="en-US" dirty="0"/>
          </a:p>
          <a:p>
            <a:r>
              <a:rPr lang="en-US" dirty="0"/>
              <a:t>ASK: TaskBoard search box: typed text props or state? (State, owned by whichever component needs it.)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Events = user actions: clicks, typing, submitting, hovering, pressing keys. Handlers attach to any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Event props: camelCase, take a function. React calls it on the event, passing event object (details, e.g. element clicked, key pressed).</a:t>
            </a:r>
          </a:p>
          <a:p>
            <a:endParaRPr lang="en-US" dirty="0"/>
          </a:p>
          <a:p>
            <a:r>
              <a:rPr lang="en-US" dirty="0"/>
              <a:t>SAY: Most common bug: onClick={handlePick("teal")}. Brackets → handlePick runs during render, not on click. Sets state → infinite loop, error "Too many re-renders". Passing an argument → wrap in arrow function: onClick={() =&gt; handlePick("teal")}.</a:t>
            </a:r>
          </a:p>
          <a:p>
            <a:endParaRPr lang="en-US" dirty="0"/>
          </a:p>
          <a:p>
            <a:r>
              <a:rPr lang="en-US" dirty="0"/>
              <a:t>SAY: Naming: handler functions start with handle: handleClick, handleSubmit.</a:t>
            </a:r>
          </a:p>
          <a:p>
            <a:endParaRPr lang="en-US" dirty="0"/>
          </a:p>
          <a:p>
            <a:r>
              <a:rPr lang="en-US" dirty="0"/>
              <a:t>SAY: Common events: onClick buttons; onChange inputs; onSubmit forms; onKeyDown keyboard shortcuts; onMouseEnter hover effects; onFocus and onBlur input focus.</a:t>
            </a:r>
          </a:p>
          <a:p>
            <a:endParaRPr lang="en-US" dirty="0"/>
          </a:p>
          <a:p>
            <a:r>
              <a:rPr lang="en-US" dirty="0"/>
              <a:t>DO: Build. Demo too-many-re-renders error: remove arrow function around handlePick("teal").</a:t>
            </a:r>
          </a:p>
          <a:p>
            <a:endParaRPr lang="en-US" dirty="0"/>
          </a:p>
          <a:p>
            <a:r>
              <a:rPr lang="en-US" dirty="0"/>
              <a:t>ASK: Why no arrow function for onClick={handleClick}? (Already a function reference; no custom arguments.)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Data flows down (yesterday). How does checkbox deep in TaskCard change task list in App? Parent passes function down; child calls it. = step five of Thinking in React: inverse data flow.</a:t>
            </a:r>
          </a:p>
          <a:p>
            <a:endParaRPr lang="en-US" dirty="0"/>
          </a:p>
          <a:p>
            <a:r>
              <a:rPr lang="en-US" dirty="0"/>
              <a:t>SAY: TaskCard does not know how toggling works; says "the user toggled task 7" via onToggle(7). Parent decides meaning.</a:t>
            </a:r>
          </a:p>
          <a:p>
            <a:endParaRPr lang="en-US" dirty="0"/>
          </a:p>
          <a:p>
            <a:r>
              <a:rPr lang="en-US" dirty="0"/>
              <a:t>SAY: Naming: props receiving handlers start with on (onToggle, onDelete), like built-in onClick. Implementing functions start with handle.</a:t>
            </a:r>
          </a:p>
          <a:p>
            <a:endParaRPr lang="en-US" dirty="0"/>
          </a:p>
          <a:p>
            <a:r>
              <a:rPr lang="en-US" dirty="0"/>
              <a:t>SAY: TaskCard stays reusable, simple; all logic in component owning the state.</a:t>
            </a:r>
          </a:p>
          <a:p>
            <a:endParaRPr lang="en-US" dirty="0"/>
          </a:p>
          <a:p>
            <a:r>
              <a:rPr lang="en-US" dirty="0"/>
              <a:t>DO: Whiteboard arrows: data down as props; events up through callback functions.</a:t>
            </a:r>
          </a:p>
          <a:p>
            <a:endParaRPr lang="en-US" dirty="0"/>
          </a:p>
          <a:p>
            <a:r>
              <a:rPr lang="en-US" dirty="0"/>
              <a:t>ASK: Column between App and TaskCard: what must it do? (Receive onToggle and onDelete as props; pass to each TaskCard. Day 7: Context avoids this passing through.)</a:t>
            </a:r>
          </a:p>
          <a:p>
            <a:r>
              <a:rPr lang="en-US" dirty="0"/>
              <a:t>NOTE: Two differences from Day 3. Column spread {...task} into TaskCard; from today TaskCard gets whole object as task={task} beside handler props → update Column to match (Day 6 keeps this task prop). TaskBoard tasks use status not done since Lab 3.3 → Lab 4.3 status dropdown replaces this checkbox; done checkbox only keeps example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Forms = where users give app data. React usually keeps form values in state = controlled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 min</a:t>
            </a:r>
          </a:p>
          <a:p>
            <a:endParaRPr lang="en-US" dirty="0"/>
          </a:p>
          <a:p>
            <a:r>
              <a:rPr lang="en-US" dirty="0"/>
              <a:t>SAY: Controlled input = two connections. value={title}: input always shows state. onChange: writes each keystroke to state via e.target.value (current input text).</a:t>
            </a:r>
          </a:p>
          <a:p>
            <a:endParaRPr lang="en-US" dirty="0"/>
          </a:p>
          <a:p>
            <a:r>
              <a:rPr lang="en-US" dirty="0"/>
              <a:t>SAY: Loop: type → onChange fires → state updates → re-render → input shows new state. Instant. Full control: validate, transform or clear input by setting state.</a:t>
            </a:r>
          </a:p>
          <a:p>
            <a:endParaRPr lang="en-US" dirty="0"/>
          </a:p>
          <a:p>
            <a:r>
              <a:rPr lang="en-US" dirty="0"/>
              <a:t>SAY: Use onSubmit on form element, not onClick on button → Enter also submits. Browsers reload page on form submit (wipes app) → call e.preventDefault() first.</a:t>
            </a:r>
          </a:p>
          <a:p>
            <a:endParaRPr lang="en-US" dirty="0"/>
          </a:p>
          <a:p>
            <a:r>
              <a:rPr lang="en-US" dirty="0"/>
              <a:t>SAY: After adding, clear input: set title to empty string.</a:t>
            </a:r>
          </a:p>
          <a:p>
            <a:endParaRPr lang="en-US" dirty="0"/>
          </a:p>
          <a:p>
            <a:r>
              <a:rPr lang="en-US" dirty="0"/>
              <a:t>DO: Build, render. Type; watch state update in React DevTools.</a:t>
            </a:r>
          </a:p>
          <a:p>
            <a:endParaRPr lang="en-US" dirty="0"/>
          </a:p>
          <a:p>
            <a:r>
              <a:rPr lang="en-US" dirty="0"/>
              <a:t>KNOWN ISSUE: Warning "A component is changing an uncontrolled input to be controlled". Initial state was undefined. Always initialise text inputs with empty string.</a:t>
            </a:r>
          </a:p>
          <a:p>
            <a:endParaRPr lang="en-US" dirty="0"/>
          </a:p>
          <a:p>
            <a:r>
              <a:rPr lang="en-US" dirty="0"/>
              <a:t>KNOWN ISSUE: Cannot type in input. value set, onChange missing → state never changes.</a:t>
            </a:r>
          </a:p>
          <a:p>
            <a:endParaRPr lang="en-US" dirty="0"/>
          </a:p>
          <a:p>
            <a:r>
              <a:rPr lang="en-US" dirty="0"/>
              <a:t>NOTE: Day 8: React 19 form Actions = another way to handle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Several fields → one state object, one handler.</a:t>
            </a:r>
          </a:p>
          <a:p>
            <a:endParaRPr lang="en-US" dirty="0"/>
          </a:p>
          <a:p>
            <a:r>
              <a:rPr lang="en-US" dirty="0"/>
              <a:t>SAY: Each input's name attribute matches a key in form object. Handler reads name, value, type, checked from event target; spreads previous form, overwrites one property. Square brackets around name = computed property name: value of variable name used as key.</a:t>
            </a:r>
          </a:p>
          <a:p>
            <a:endParaRPr lang="en-US" dirty="0"/>
          </a:p>
          <a:p>
            <a:r>
              <a:rPr lang="en-US" dirty="0"/>
              <a:t>SAY: Checkboxes: value is in checked (boolean); bind with checked={...}, not value.</a:t>
            </a:r>
          </a:p>
          <a:p>
            <a:endParaRPr lang="en-US" dirty="0"/>
          </a:p>
          <a:p>
            <a:r>
              <a:rPr lang="en-US" dirty="0"/>
              <a:t>SAY: Select: value prop on the select itself, not selected attribute on an option.</a:t>
            </a:r>
          </a:p>
          <a:p>
            <a:endParaRPr lang="en-US" dirty="0"/>
          </a:p>
          <a:p>
            <a:r>
              <a:rPr lang="en-US" dirty="0"/>
              <a:t>DO: Build form; log form object on submit.</a:t>
            </a:r>
          </a:p>
          <a:p>
            <a:endParaRPr lang="en-US" dirty="0"/>
          </a:p>
          <a:p>
            <a:r>
              <a:rPr lang="en-US" dirty="0"/>
              <a:t>ASK: Why updater form, setForm((prev) =&gt; ...)? (New form depends on previous form; safe pattern from Module 4.1.)</a:t>
            </a:r>
          </a:p>
          <a:p>
            <a:endParaRPr lang="en-US" dirty="0"/>
          </a:p>
          <a:p>
            <a:r>
              <a:rPr lang="en-US" dirty="0"/>
              <a:t>IF ASKED about radio buttons: Each radio: same name, different value, checked={form.size === "small"}; first add size: "small" to form object. Same handleChange works: a radio's value = its own value attribute.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</a:t>
            </a:r>
          </a:p>
          <a:p>
            <a:endParaRPr lang="en-US" dirty="0"/>
          </a:p>
          <a:p>
            <a:r>
              <a:rPr lang="en-US" dirty="0"/>
              <a:t>SAY: Never trust input; check before use.</a:t>
            </a:r>
          </a:p>
          <a:p>
            <a:endParaRPr lang="en-US" dirty="0"/>
          </a:p>
          <a:p>
            <a:r>
              <a:rPr lang="en-US" dirty="0"/>
              <a:t>SAY: On submit, check rule. Fails → set error message, return early; nothing added. Passes → clear error, continue.</a:t>
            </a:r>
          </a:p>
          <a:p>
            <a:endParaRPr lang="en-US" dirty="0"/>
          </a:p>
          <a:p>
            <a:r>
              <a:rPr lang="en-US" dirty="0"/>
              <a:t>SAY: Error message shows only when it exists: &amp;&amp; pattern (yesterday).</a:t>
            </a:r>
          </a:p>
          <a:p>
            <a:endParaRPr lang="en-US" dirty="0"/>
          </a:p>
          <a:p>
            <a:r>
              <a:rPr lang="en-US" dirty="0"/>
              <a:t>SAY: isEmpty not state: calculated from title every render; disables button. = derived state (next module).</a:t>
            </a:r>
          </a:p>
          <a:p>
            <a:endParaRPr lang="en-US" dirty="0"/>
          </a:p>
          <a:p>
            <a:r>
              <a:rPr lang="en-US" dirty="0"/>
              <a:t>SAY: aria-invalid, role="alert" = accessibility attributes; screen readers announce error when it appears. Covered properly Day 8; costs nothing to start now.</a:t>
            </a:r>
          </a:p>
          <a:p>
            <a:endParaRPr lang="en-US" dirty="0"/>
          </a:p>
          <a:p>
            <a:r>
              <a:rPr lang="en-US" dirty="0"/>
              <a:t>SAY: Day 8: React Hook Form and Zod replace hand-written validation; scale better for large forms. Manual way first → understand what those libraries do.</a:t>
            </a:r>
          </a:p>
          <a:p>
            <a:endParaRPr lang="en-US" dirty="0"/>
          </a:p>
          <a:p>
            <a:r>
              <a:rPr lang="en-US" dirty="0"/>
              <a:t>DO: Demo: submit "ab" → error; then valid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Rules keeping state bug-free. Most real-world React bugs = breaking one of these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 min</a:t>
            </a:r>
          </a:p>
          <a:p>
            <a:endParaRPr lang="en-US" dirty="0"/>
          </a:p>
          <a:p>
            <a:r>
              <a:rPr lang="en-US" dirty="0"/>
              <a:t>SAY: Three functions = most copied code in React. Learn by heart.</a:t>
            </a:r>
          </a:p>
          <a:p>
            <a:endParaRPr lang="en-US" dirty="0"/>
          </a:p>
          <a:p>
            <a:r>
              <a:rPr lang="en-US" dirty="0"/>
              <a:t>SAY: Add: new array = all previous tasks plus new one. crypto.randomUUID(): built into modern browsers; generates unique id.</a:t>
            </a:r>
          </a:p>
          <a:p>
            <a:endParaRPr lang="en-US" dirty="0"/>
          </a:p>
          <a:p>
            <a:r>
              <a:rPr lang="en-US" dirty="0"/>
              <a:t>SAY: Update: map over tasks. Matching id → copy with done flipped. Others → unchanged.</a:t>
            </a:r>
          </a:p>
          <a:p>
            <a:endParaRPr lang="en-US" dirty="0"/>
          </a:p>
          <a:p>
            <a:r>
              <a:rPr lang="en-US" dirty="0"/>
              <a:t>SAY: Delete: filter keeps every task except matching id.</a:t>
            </a:r>
          </a:p>
          <a:p>
            <a:endParaRPr lang="en-US" dirty="0"/>
          </a:p>
          <a:p>
            <a:r>
              <a:rPr lang="en-US" dirty="0"/>
              <a:t>SAY: Why not tasks.push(newTask) then setTasks(tasks)? Same array object: React compares old and new, sees same array, may skip re-render. Even if it re-renders, mutating → subtle bugs elsewhere. Always create new arrays and objects.</a:t>
            </a:r>
          </a:p>
          <a:p>
            <a:endParaRPr lang="en-US" dirty="0"/>
          </a:p>
          <a:p>
            <a:r>
              <a:rPr lang="en-US" dirty="0"/>
              <a:t>DO: Build in App. Wire to AddTaskForm and TaskCard. Test all three operations.</a:t>
            </a:r>
          </a:p>
          <a:p>
            <a:endParaRPr lang="en-US" dirty="0"/>
          </a:p>
          <a:p>
            <a:r>
              <a:rPr lang="en-US" dirty="0"/>
              <a:t>KNOWN ISSUE: crypto.randomUUID is undefined. Needs secure context: localhost or HTTPS. App opened via network IP address → use Date.now() as temporary id.</a:t>
            </a:r>
          </a:p>
          <a:p>
            <a:r>
              <a:rPr lang="en-US" dirty="0"/>
              <a:t>SAY: TaskBoard note: since Lab 3.3 tasks have status field, not done. Same patterns; only fields change. New tasks: status: "todo"; completing = set status to "done" with map and spread. Lab 4.3 uses these status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</a:t>
            </a:r>
          </a:p>
          <a:p>
            <a:endParaRPr lang="en-US" dirty="0"/>
          </a:p>
          <a:p>
            <a:r>
              <a:rPr lang="en-US" dirty="0"/>
              <a:t>SAY: Spread copies one level only. Change two levels deep → copy each level: new project object, containing new owner object, containing new email.</a:t>
            </a:r>
          </a:p>
          <a:p>
            <a:endParaRPr lang="en-US" dirty="0"/>
          </a:p>
          <a:p>
            <a:r>
              <a:rPr lang="en-US" dirty="0"/>
              <a:t>SAY: Read outside in: copy project; replace owner with copy of old owner with new email.</a:t>
            </a:r>
          </a:p>
          <a:p>
            <a:endParaRPr lang="en-US" dirty="0"/>
          </a:p>
          <a:p>
            <a:r>
              <a:rPr lang="en-US" dirty="0"/>
              <a:t>SAY: Same for arrays inside objects.</a:t>
            </a:r>
          </a:p>
          <a:p>
            <a:endParaRPr lang="en-US" dirty="0"/>
          </a:p>
          <a:p>
            <a:r>
              <a:rPr lang="en-US" dirty="0"/>
              <a:t>SAY: Feels clumsy = design signal. Keep state flat where possible, e.g. store owners separately, reference by id. Complex updates: useReducer (Day 7) cleaner; libraries such as Immer allow "mutating" code safely; master manual way first.</a:t>
            </a:r>
          </a:p>
          <a:p>
            <a:endParaRPr lang="en-US" dirty="0"/>
          </a:p>
          <a:p>
            <a:r>
              <a:rPr lang="en-US" dirty="0"/>
              <a:t>ASK: Problem with project.owner.email = "x" then setProject(project)? (Same object → React may not re-render; old value lost for any component relying on it.)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</a:t>
            </a:r>
          </a:p>
          <a:p>
            <a:endParaRPr lang="en-US" dirty="0"/>
          </a:p>
          <a:p>
            <a:r>
              <a:rPr lang="en-US" dirty="0"/>
              <a:t>SAY: Two components need same state → cannot live in either; siblings cannot share state directly → lift to closest common parent.</a:t>
            </a:r>
          </a:p>
          <a:p>
            <a:endParaRPr lang="en-US" dirty="0"/>
          </a:p>
          <a:p>
            <a:r>
              <a:rPr lang="en-US" dirty="0"/>
              <a:t>SAY: TaskBoard: AddTaskForm creates tasks, Board displays them; neither is the other's parent. Common parent = App: owns tasks state; passes tasks to Board, onAdd to AddTaskForm.</a:t>
            </a:r>
          </a:p>
          <a:p>
            <a:endParaRPr lang="en-US" dirty="0"/>
          </a:p>
          <a:p>
            <a:r>
              <a:rPr lang="en-US" dirty="0"/>
              <a:t>SAY: Rule of thumb: state as low as possible, as high as necessary. Local UI state (e.g. one card's menu open) stays in that card; shared data moves up.</a:t>
            </a:r>
          </a:p>
          <a:p>
            <a:endParaRPr lang="en-US" dirty="0"/>
          </a:p>
          <a:p>
            <a:r>
              <a:rPr lang="en-US" dirty="0"/>
              <a:t>DO: Whiteboard before and after trees. Before: tasks in Board; AddTaskForm cannot reach it. After: tasks in App, arrows down to both.</a:t>
            </a:r>
          </a:p>
          <a:p>
            <a:endParaRPr lang="en-US" dirty="0"/>
          </a:p>
          <a:p>
            <a:r>
              <a:rPr lang="en-US" dirty="0"/>
              <a:t>SAY: Growing apps: lifting state → props passed through many layers = prop drilling. Day 7: Context and Zustand solve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</a:t>
            </a:r>
          </a:p>
          <a:p>
            <a:endParaRPr lang="en-US" dirty="0"/>
          </a:p>
          <a:p>
            <a:r>
              <a:rPr lang="en-US" dirty="0"/>
              <a:t>SAY: Rule from SummaryBar homework: value calculable from existing state or props → calculate during render; do not store in own state.</a:t>
            </a:r>
          </a:p>
          <a:p>
            <a:endParaRPr lang="en-US" dirty="0"/>
          </a:p>
          <a:p>
            <a:r>
              <a:rPr lang="en-US" dirty="0"/>
              <a:t>SAY: doneCount in state → every add, toggle, delete must also update doneCount. Forget once → wrong number on screen. Calculated → always right.</a:t>
            </a:r>
          </a:p>
          <a:p>
            <a:endParaRPr lang="en-US" dirty="0"/>
          </a:p>
          <a:p>
            <a:r>
              <a:rPr lang="en-US" dirty="0"/>
              <a:t>SAY: Search: store tasks and search text; calculate visible tasks: tasks.filter(t =&gt; t.title.toLowerCase().includes(search.toLowerCase())). Do not store filteredTasks.</a:t>
            </a:r>
          </a:p>
          <a:p>
            <a:endParaRPr lang="en-US" dirty="0"/>
          </a:p>
          <a:p>
            <a:r>
              <a:rPr lang="en-US" dirty="0"/>
              <a:t>SAY: Trap: copying prop into state: useState(props.title). Read once, on first render → later parent changes ignored.</a:t>
            </a:r>
          </a:p>
          <a:p>
            <a:endParaRPr lang="en-US" dirty="0"/>
          </a:p>
          <a:p>
            <a:r>
              <a:rPr lang="en-US" dirty="0"/>
              <a:t>SAY: Performance? Filter on a few hundred items = instant. Day 10: useMemo and React Compiler for genuinely expensive calculations.</a:t>
            </a:r>
          </a:p>
          <a:p>
            <a:endParaRPr lang="en-US" dirty="0"/>
          </a:p>
          <a:p>
            <a:r>
              <a:rPr lang="en-US" dirty="0"/>
              <a:t>ASK: TaskBoard shows "3 of 8 done". Which values are state? (Only tasks; both numbers derived.)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35 min</a:t>
            </a:r>
          </a:p>
          <a:p>
            <a:endParaRPr lang="en-US" dirty="0"/>
          </a:p>
          <a:p>
            <a:r>
              <a:rPr lang="en-US" dirty="0"/>
              <a:t>SAY: Accordion = local state and lifted state in one exercise.</a:t>
            </a:r>
          </a:p>
          <a:p>
            <a:endParaRPr lang="en-US" dirty="0"/>
          </a:p>
          <a:p>
            <a:r>
              <a:rPr lang="en-US" dirty="0"/>
              <a:t>HINTS:</a:t>
            </a:r>
          </a:p>
          <a:p>
            <a:r>
              <a:rPr lang="en-US" dirty="0"/>
              <a:t>- Minimum zero: setCount((c) =&gt; Math.max(0, c - 1))</a:t>
            </a:r>
          </a:p>
          <a:p>
            <a:r>
              <a:rPr lang="en-US" dirty="0"/>
              <a:t>- Toggle: setIsDark((d) =&gt; !d)</a:t>
            </a:r>
          </a:p>
          <a:p>
            <a:r>
              <a:rPr lang="en-US" dirty="0"/>
              <a:t>- Show all: state to parent as array or object of open flags, e.g. const [openIds, setOpenIds] = useState([]). Each item gets isOpen and onToggle props.</a:t>
            </a:r>
          </a:p>
          <a:p>
            <a:endParaRPr lang="en-US" dirty="0"/>
          </a:p>
          <a:p>
            <a:r>
              <a:rPr lang="en-US" dirty="0"/>
              <a:t>COMMON PROBLEMS:</a:t>
            </a:r>
          </a:p>
          <a:p>
            <a:r>
              <a:rPr lang="en-US" dirty="0"/>
              <a:t>1. All accordion items open together: single boolean lifted, not one flag per item.</a:t>
            </a:r>
          </a:p>
          <a:p>
            <a:r>
              <a:rPr lang="en-US" dirty="0"/>
              <a:t>2. Too many re-renders: onClick={setOpen(!open)} called during render. Wrap in arrow function.</a:t>
            </a:r>
          </a:p>
          <a:p>
            <a:r>
              <a:rPr lang="en-US" dirty="0"/>
              <a:t>3. Plus 5 only adds 1: setCount(count + 1) in a loop, not updater form.</a:t>
            </a:r>
          </a:p>
          <a:p>
            <a:endParaRPr lang="en-US" dirty="0"/>
          </a:p>
          <a:p>
            <a:r>
              <a:rPr lang="en-US" dirty="0"/>
              <a:t>STRETCH: One accordion item open at a time: store single openId.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45 min</a:t>
            </a:r>
          </a:p>
          <a:p>
            <a:endParaRPr lang="en-US" dirty="0"/>
          </a:p>
          <a:p>
            <a:r>
              <a:rPr lang="en-US" dirty="0"/>
              <a:t>SAY: Shopping cart = classic state exercise: add, update, delete on an array, plus derived totals.</a:t>
            </a:r>
          </a:p>
          <a:p>
            <a:endParaRPr lang="en-US" dirty="0"/>
          </a:p>
          <a:p>
            <a:r>
              <a:rPr lang="en-US" dirty="0"/>
              <a:t>HINT for add (show if stuck for 10 minutes):</a:t>
            </a:r>
          </a:p>
          <a:p>
            <a:r>
              <a:rPr lang="en-US" dirty="0"/>
              <a:t>setCart((prev) =&gt; {</a:t>
            </a:r>
          </a:p>
          <a:p>
            <a:r>
              <a:rPr lang="en-US" dirty="0"/>
              <a:t>  const existing = prev.find((i) =&gt; i.productId === id);</a:t>
            </a:r>
          </a:p>
          <a:p>
            <a:r>
              <a:rPr lang="en-US" dirty="0"/>
              <a:t>  if (existing) return prev.map((i) =&gt; i.productId === id ? { ...i, quantity: i.quantity + 1 } : i);</a:t>
            </a:r>
          </a:p>
          <a:p>
            <a:r>
              <a:rPr lang="en-US" dirty="0"/>
              <a:t>  return [...prev, { productId: id, quantity: 1 }];</a:t>
            </a:r>
          </a:p>
          <a:p>
            <a:r>
              <a:rPr lang="en-US" dirty="0"/>
              <a:t>});</a:t>
            </a:r>
          </a:p>
          <a:p>
            <a:endParaRPr lang="en-US" dirty="0"/>
          </a:p>
          <a:p>
            <a:r>
              <a:rPr lang="en-US" dirty="0"/>
              <a:t>HINT for totals: look up each product by id while reducing:</a:t>
            </a:r>
          </a:p>
          <a:p>
            <a:r>
              <a:rPr lang="en-US" dirty="0"/>
              <a:t>const total = cart.reduce((sum, i) =&gt; sum + products.find((p) =&gt; p.id === i.productId).price * i.quantity, 0);</a:t>
            </a:r>
          </a:p>
          <a:p>
            <a:endParaRPr lang="en-US" dirty="0"/>
          </a:p>
          <a:p>
            <a:r>
              <a:rPr lang="en-US" dirty="0"/>
              <a:t>COMMON PROBLEMS:</a:t>
            </a:r>
          </a:p>
          <a:p>
            <a:r>
              <a:rPr lang="en-US" dirty="0"/>
              <a:t>1. Duplicate lines: find check missing.</a:t>
            </a:r>
          </a:p>
          <a:p>
            <a:r>
              <a:rPr lang="en-US" dirty="0"/>
              <a:t>2. Quantity goes negative: remove-at-zero rule missing. Filter out lines with quantity 0 after decrementing.</a:t>
            </a:r>
          </a:p>
          <a:p>
            <a:r>
              <a:rPr lang="en-US" dirty="0"/>
              <a:t>3. Totals wrong after update: total stored in state. Refactor to derived.</a:t>
            </a:r>
          </a:p>
          <a:p>
            <a:endParaRPr lang="en-US" dirty="0"/>
          </a:p>
          <a:p>
            <a:r>
              <a:rPr lang="en-US" dirty="0"/>
              <a:t>STRETCH: Persist nothing yet. Add discount code input: 10 percent off when code is REACT10, as derived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60 min</a:t>
            </a:r>
          </a:p>
          <a:p>
            <a:endParaRPr lang="en-US" dirty="0"/>
          </a:p>
          <a:p>
            <a:r>
              <a:rPr lang="en-US" dirty="0"/>
              <a:t>SAY: Biggest lab so far: TaskBoard becomes working app.</a:t>
            </a:r>
          </a:p>
          <a:p>
            <a:endParaRPr lang="en-US" dirty="0"/>
          </a:p>
          <a:p>
            <a:r>
              <a:rPr lang="en-US" dirty="0"/>
              <a:t>GUIDANCE:</a:t>
            </a:r>
          </a:p>
          <a:p>
            <a:r>
              <a:rPr lang="en-US" dirty="0"/>
              <a:t>- Status change handler in App: handleStatusChange(id, status) using map and spread.</a:t>
            </a:r>
          </a:p>
          <a:p>
            <a:r>
              <a:rPr lang="en-US" dirty="0"/>
              <a:t>- Edit mode = local UI state in TaskCard: const [isEditing, setIsEditing] = useState(false) and const [draft, setDraft] = useState(task.title). Rare acceptable case of initialising state from a prop: editable copy is deliberate.</a:t>
            </a:r>
          </a:p>
          <a:p>
            <a:r>
              <a:rPr lang="en-US" dirty="0"/>
              <a:t>- Save: onRename(task.id, draft.trim()); set isEditing to false.</a:t>
            </a:r>
          </a:p>
          <a:p>
            <a:r>
              <a:rPr lang="en-US" dirty="0"/>
              <a:t>- Points input: e.target.value always a string. Convert with Number(value).</a:t>
            </a:r>
          </a:p>
          <a:p>
            <a:endParaRPr lang="en-US" dirty="0"/>
          </a:p>
          <a:p>
            <a:r>
              <a:rPr lang="en-US" dirty="0"/>
              <a:t>COMMON PROBLEMS:</a:t>
            </a:r>
          </a:p>
          <a:p>
            <a:r>
              <a:rPr lang="en-US" dirty="0"/>
              <a:t>1. Handlers undefined in TaskCard: prop not passed through Column. Check each layer in React DevTools.</a:t>
            </a:r>
          </a:p>
          <a:p>
            <a:r>
              <a:rPr lang="en-US" dirty="0"/>
              <a:t>2. New task has no status, does not appear: default status to "todo" when creating.</a:t>
            </a:r>
          </a:p>
          <a:p>
            <a:r>
              <a:rPr lang="en-US" dirty="0"/>
              <a:t>3. Editing one card edits all: edit state placed in App as single boolean.</a:t>
            </a:r>
          </a:p>
          <a:p>
            <a:endParaRPr lang="en-US" dirty="0"/>
          </a:p>
          <a:p>
            <a:r>
              <a:rPr lang="en-US" dirty="0"/>
              <a:t>STRETCH: Search box in Header: filter tasks by title across all columns, using derived state. Keyboard support: Enter saves an edit, Escape cancels.</a:t>
            </a:r>
          </a:p>
          <a:p>
            <a:endParaRPr lang="en-US" dirty="0"/>
          </a:p>
          <a:p>
            <a:r>
              <a:rPr lang="en-US" dirty="0"/>
              <a:t>DO: Celebrate. Two delegates demo. Real, working React app.</a:t>
            </a:r>
          </a:p>
          <a:p>
            <a:r>
              <a:rPr lang="en-US" dirty="0"/>
              <a:t>- Initial data: Day 3 exported array as tasks → rename on import: import { tasks as initialTasks } from "./data/tasks.js", then useState(initialTasks). const [tasks, setTasks] = useState(tasks) throws "Cannot access 'tasks' before initialization".</a:t>
            </a:r>
          </a:p>
          <a:p>
            <a:r>
              <a:rPr lang="en-US" dirty="0"/>
              <a:t>- New tasks: { ...values, id: crypto.randomUUID(), status: "todo" }. Completing a task = moving it to "done" with status dropdown.</a:t>
            </a:r>
          </a:p>
          <a:p>
            <a:r>
              <a:rPr lang="en-US" dirty="0"/>
              <a:t>- Column now passes task={task} plus onStatusChange, onRename and onDelete to each TaskCard, not spreading {...task} as on Day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</a:t>
            </a:r>
          </a:p>
          <a:p>
            <a:endParaRPr lang="en-US" dirty="0"/>
          </a:p>
          <a:p>
            <a:r>
              <a:rPr lang="en-US" dirty="0"/>
              <a:t>ANSWERS:</a:t>
            </a:r>
          </a:p>
          <a:p>
            <a:r>
              <a:rPr lang="en-US" dirty="0"/>
              <a:t>1. Array: current value and setter function.</a:t>
            </a:r>
          </a:p>
          <a:p>
            <a:r>
              <a:rPr lang="en-US" dirty="0"/>
              <a:t>2. count = snapshot fixed for that render. Use setCount((c) =&gt; c + 1).</a:t>
            </a:r>
          </a:p>
          <a:p>
            <a:r>
              <a:rPr lang="en-US" dirty="0"/>
              <a:t>3. value (or checked) and onChange.</a:t>
            </a:r>
          </a:p>
          <a:p>
            <a:r>
              <a:rPr lang="en-US" dirty="0"/>
              <a:t>4. setTasks((prev) =&gt; prev.filter((t) =&gt; t.id !== id))</a:t>
            </a:r>
          </a:p>
          <a:p>
            <a:r>
              <a:rPr lang="en-US" dirty="0"/>
              <a:t>5. Closest common parent.</a:t>
            </a:r>
          </a:p>
          <a:p>
            <a:r>
              <a:rPr lang="en-US" dirty="0"/>
              <a:t>6. No. Derive from tasks and search text during render.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</a:t>
            </a:r>
          </a:p>
          <a:p>
            <a:endParaRPr lang="en-US" dirty="0"/>
          </a:p>
          <a:p>
            <a:r>
              <a:rPr lang="en-US" dirty="0"/>
              <a:t>SAY: TaskBoard works. Refresh → everything added disappears: state lives only in memory. Tomorrow: fix with effects; load data from an API.</a:t>
            </a:r>
          </a:p>
          <a:p>
            <a:endParaRPr lang="en-US" dirty="0"/>
          </a:p>
          <a:p>
            <a:r>
              <a:rPr lang="en-US" dirty="0"/>
              <a:t>SAY: Tonight: Clear completed = one filter call. Priority practises forms and conditional class names.</a:t>
            </a:r>
          </a:p>
          <a:p>
            <a:endParaRPr lang="en-US" dirty="0"/>
          </a:p>
          <a:p>
            <a:r>
              <a:rPr lang="en-US" dirty="0"/>
              <a:t>SAY: State = hardest core concept in React. Re-read updater and immutability slides tonight; makes everything else easier.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Reference only</a:t>
            </a:r>
          </a:p>
          <a:p>
            <a:endParaRPr lang="en-US" dirty="0"/>
          </a:p>
          <a:p>
            <a:r>
              <a:rPr lang="en-US" dirty="0"/>
              <a:t>SAY: "Updating arrays in state" page: read twice. Clear table of which array methods mutate and which return new arrays.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hyperlink" Target="https://react.dev/learn/responding-to-events" TargetMode="External"/><Relationship Id="rId2" Type="http://schemas.openxmlformats.org/officeDocument/2006/relationships/hyperlink" Target="https://react.dev/learn/state-a-components-memory" TargetMode="External"/><Relationship Id="rId3" Type="http://schemas.openxmlformats.org/officeDocument/2006/relationships/hyperlink" Target="https://react.dev/learn/state-as-a-snapshot" TargetMode="External"/><Relationship Id="rId4" Type="http://schemas.openxmlformats.org/officeDocument/2006/relationships/hyperlink" Target="https://react.dev/learn/updating-objects-in-state" TargetMode="External"/><Relationship Id="rId5" Type="http://schemas.openxmlformats.org/officeDocument/2006/relationships/hyperlink" Target="https://react.dev/learn/updating-arrays-in-state" TargetMode="External"/><Relationship Id="rId6" Type="http://schemas.openxmlformats.org/officeDocument/2006/relationships/hyperlink" Target="https://react.dev/learn/sharing-state-between-components" TargetMode="External"/><Relationship Id="rId7" Type="http://schemas.openxmlformats.org/officeDocument/2006/relationships/hyperlink" Target="https://react.dev/learn/choosing-the-state-structure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822960"/>
            <a:ext cx="1828800" cy="18288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298448"/>
            <a:ext cx="877824" cy="8778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9144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DEVELOPMENT: BEGINNER TO PROFESSIONAL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860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and Interactivity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832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components respond to user input and manage changing data correctly.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36576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508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Recap: Day 3 Knowledge Check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attribute replaces class in JSX?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component receive data from its parent?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children prop?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list keys not be the array index when items can be deleted?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 with {count &amp;&amp; &lt;p&gt;{count} items&lt;/p&gt;} when count is 0?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43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useState: giving components memory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28016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143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events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14884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011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and controlled inputs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01168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14884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011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state well: immutability, lifting state, derived values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28803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and toggles, shopping cart, interactive TaskBoard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components memory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Piece of State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src/components/Counter.jsx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521208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"react";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Counter()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[count, setCount] = useState(0);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handleClick()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setCount(count + 1);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&lt;p&gt;You clicked {count} times&lt;/p&gt;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onClick={handleClick}&gt;Add one&lt;/button&gt;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onClick={() =&gt; setCount(0)}&gt;Reset&lt;/button&gt;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188720"/>
            <a:ext cx="2468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useState(0)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creates state with a starting value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pair: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current value and a setter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the setter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stores the new value and re-renders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them value and setValue by convention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You Click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fires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clicks. React calls handleClick.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is set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69748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setCount(1) asks React to update the value. It does not change count immediately.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re-renders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69748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calls Counter() again. useState now returns 1.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updates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69748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compares the new JSX with the old and changes only the number.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Is a Snapshot: Use Updater Functions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src/components/Counter.jsx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92252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464820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handlePlusThree()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Bug: count is 0 in all three lines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setCount(count + 1);  // 0 + 1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setCount(count + 1);  // 0 + 1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setCount(count + 1);  // 0 + 1  -&gt; result: 1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handlePlusThreeFixed()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Updater: React passes the latest value in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setCount((c) =&gt; c + 1);  // 0 -&gt; 1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setCount((c) =&gt; c + 1);  // 1 -&gt; 2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setCount((c) =&gt; c + 1);  // 2 -&gt; 3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Rule of thumb: when the next value depends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 the previous value, pass a function.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54040" y="1188720"/>
            <a:ext cx="3032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is fixed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whole render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Setters do not change it immediately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Updater functions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receive the latest queued value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toggles, counters and list updates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 versus State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in from the parent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inside the component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when the parent re-renders with new values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function arguments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TaskCard's title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the component itself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only through its setter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it triggers a re-render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the component's private memory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whether a dropdown is open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4.2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Events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user actions to state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Handlers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src/components/EventsDemo.jsx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56260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528828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EventsDemo()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[message, setMessage] = useState("");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handleClick(event)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console.log(event.target); // clicked element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setMessage("Clicked!");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handlePick(colour)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setMessage(`You chose ${colour}`);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onClick={handleClick}&gt;Click me&lt;/button&gt;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onClick={() =&gt; handlePick("teal")}&gt;Teal&lt;/button&gt;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&lt;p&gt;{message}&lt;/p&gt;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294120" y="1188720"/>
            <a:ext cx="2392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function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do not call it: onClick={handleClick}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arguments?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Wrap in an arrow function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object describes what happened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Common: onClick, onChange, onSubmit, onKeyDown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Handlers Down as Props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TaskCard.jsx and its parent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64642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537210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TaskCard.jsx: the child reports the action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TaskCard({ task, onToggle, onDelete })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&lt;article className="card"&gt;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&lt;label&gt;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&lt;input type="checkbox" checked={task.done}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onChange={() =&gt; onToggle(task.id)} /&gt;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{task.title}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&lt;/label&gt;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onClick={() =&gt; onDelete(task.id)}&gt;Delete&lt;/button&gt;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&lt;/article&gt;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Parent: owns the state and the logic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&lt;TaskCard task={task}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onToggle={handleToggle} onDelete={handleDelete} /&gt;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377940" y="1188720"/>
            <a:ext cx="23088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cannot change parent state directly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passes a function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down as a prop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 calls it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the relevant id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Naming: onSomething props, handleSomething functions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4.3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inputs and validation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Inputs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src/components/AddTaskForm.jsx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80822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453390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AddTaskForm({ onAdd })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[title, setTitle] = useState("");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handleSubmit(e)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e.preventDefault(); // stop page reload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onAdd(title.trim());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setTitle("");       // clear the input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&lt;form onSubmit={handleSubmit}&gt;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&lt;label htmlFor="title"&gt;New task&lt;/label&gt;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id="title" value={title}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onChange={(e) =&gt; setTitle(e.target.value)} /&gt;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type="submit"&gt;Add&lt;/button&gt;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&lt;/form&gt;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539740" y="1188720"/>
            <a:ext cx="31470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comes from state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onChange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writes every keystroke to state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e.preventDefault()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stops the browser reload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the single source of truth for the input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Selects, Checkboxes and One State Object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src/components/TaskDetailsForm.jsx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5676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428244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[form, setForm] = useState({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"", priority: "medium", urgent: false,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handleChange(e)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name, value, type, checked } = e.target;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setForm((prev) =&gt; ({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...prev,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[name]: type === "checkbox" ? checked : value,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name="title" value={form.title}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onChange={handleChange} /&gt;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 name="priority" value={form.priority}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onChange={handleChange}&gt;{/* options */}&lt;/select&gt;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type="checkbox" name="urgent"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checked={form.urgent} onChange={handleChange} /&gt;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288280" y="1188720"/>
            <a:ext cx="33985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handler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many fields using name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sets the property matching the input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Checkboxes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checked, not value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uses value on the select element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Validation and Error Messages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src/components/AddTaskForm.jsx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5676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428244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[title, setTitle] = useState("");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[error, setError] = useState("");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isEmpty = title.trim() === ""; // derived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handleSubmit(e)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e.preventDefault();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(title.trim().length &lt; 3)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setError("Title needs 3+ characters.");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setError("");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onAdd(title.trim());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setTitle("");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value={title} aria-invalid={Boolean(error)}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onChange={(e) =&gt; setTitle(e.target.value)} /&gt;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{error &amp;&amp; &lt;p role="alert"&gt;{error}&lt;/p&gt;}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disabled={isEmpty}&gt;Add&lt;/button&gt;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288280" y="1188720"/>
            <a:ext cx="33985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submit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return early on failure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error message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state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 conditionally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&amp;&amp;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button with a derived value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role="alert" announces errors to screen readers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4.4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State Well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Immutability, lifting state and derived values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Updating Arrays of Objects Immutably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src/App.jsx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9496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512064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[tasks, setTasks] = useState(initialTasks);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handleAdd(title) { // ADD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id = crypto.randomUUID();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setTasks((prev) =&gt; [...prev, { id, title, done: false }]);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handleToggle(id) { // UPDATE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setTasks((prev) =&gt;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prev.map((t) =&gt;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t.id === id ? { ...t, done: !t.done } : 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handleDelete(id) { // DELETE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setTasks((prev) =&gt; prev.filter((t) =&gt; t.id !== id));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188720"/>
            <a:ext cx="2560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spread into a new array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map, copy the matching item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filter it out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push, splice or assign in place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crypto.randomUUID() makes unique ids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Updating Nested Objects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9496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512064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[project, setProject] = useState({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"Website",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owner: { name: "Thabo", email: "thabo@example.com" },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tags: ["web"],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Copy every level on the path to the change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setProject((prev) =&gt; ({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...prev,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owner: { ...prev.owner, email: "thabo@new.co.za" },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 to a nested array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setProject((prev) =&gt; ({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...prev,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tags: [...prev.tags, "urgent"],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188720"/>
            <a:ext cx="2560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is shallow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it copies one level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every level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path to the change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state as flat as you can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nested state is a sign to restructure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Lifting State Up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shared data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sibling components need the same data, for example AddTaskForm and Board both need tasks.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common parent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69748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closest component above both is App.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the state there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69748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owns tasks with useState.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data and handlers down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69748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gets tasks; AddTaskForm gets onAdd; cards get onToggle and onDelete.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State: Calculate, Do Not Store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937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calculate it, do not store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Good: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const doneCount = tasks.filter((t) =&gt; t.done).length;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Bad: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separate doneCount state that you must remember to update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lists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derived from tasks plus a filter value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copy props into state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unless you intend to ignore later changes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one source of truth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each piece of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0" y="1143000"/>
            <a:ext cx="3017520" cy="3520440"/>
          </a:xfrm>
          <a:prstGeom prst="roundRect">
            <a:avLst>
              <a:gd name="adj" fmla="val 3030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137160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0526" y="1514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9788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2468880"/>
            <a:ext cx="2606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copies of the same fact will eventually disagree. When they do, users see bugs.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5303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Counter, Toggle and Accordion Exercises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useState, events and updater functions on small components.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Counter with plus, minus and reset; never go below zero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Plus 5 button using an updater function in a loop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ThemeToggle that switches a light or dark class on a wrapper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Accordion item that shows or hides its content on click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three Accordion items; each opens independently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Show all / Hide all button: lift the open state to the parent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state in React DevTools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7373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24028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never shows a negative number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 items work independently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controls every item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35 min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5303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Cart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an array of objects in state with add, update quantity and remove.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product catalogue from Lab 3.2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Add to cart button to each ProductCard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cart state in the common parent as items with productId and quantity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 existing product increases its quantity instead of duplicating it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Cart component, show plus and minus buttons for each line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line when its quantity reaches zero, and add a Remove button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item count and total price as derived values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Add to cart for out-of-stock products; commit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7373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24028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lines in the cart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are always correct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cart totals stored in state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45 min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5303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TaskBoard: Add, Complete, Edit and Delete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TaskBoard fully interactive with state lifted to App.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tasks into useState in App, initialised from data/tasks.js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AddTaskForm with title, assignee and points; validate the title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status dropdown on each TaskCard to move it between columns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Delete with a confirm() prompt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inline Edit: clicking Edit swaps the title for an input, Save updates it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handlers down through Board and Column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derived counts in the Header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 action, then commit and push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7373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24028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can be added, moved, edited and deleted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update instantly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mutation anywhere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60 min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36576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508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Day Check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useState return?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calling setCount(count + 1) three times only add 1?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two props make an input controlled?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immutable way to remove the task with a given id.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state live when two siblings need it?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filteredTasks be stored in state?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Wrap-Up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gives components memory; setters trigger re-renders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a snapshot; use updater functions for dependent updates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handler functions, do not call them; children report events upward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inputs keep form values in state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with spread, update with map, delete with filter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shared state up; derive everything you can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118872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0" y="137160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7646" y="1514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 practice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242316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Clear completed button to TaskBoard that removes every done task in one update. Then add a priority field (low, medium, high) to the add form and show a coloured badge on each card.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Links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Responding to events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https://react.dev/learn/responding-to-events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State, a component's memory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https://react.dev/learn/state-a-components-memory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State as a snapshot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https://react.dev/learn/state-as-a-snapshot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Updating objects in state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https://react.dev/learn/updating-objects-in-state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Updating arrays in state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https://react.dev/learn/updating-arrays-in-state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Sharing state between components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https://react.dev/learn/sharing-state-between-components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Choosing the state structure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https://react.dev/learn/choosing-the-state-structure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State and Interactivity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Development Day 4: State and Interactivity</dc:title>
  <dc:subject>PptxGenJS Presentation</dc:subject>
  <dc:creator>PptxGenJS</dc:creator>
  <cp:lastModifiedBy>PptxGenJS</cp:lastModifiedBy>
  <cp:revision>1</cp:revision>
  <dcterms:created xsi:type="dcterms:W3CDTF">2026-09-15T13:24:53Z</dcterms:created>
  <dcterms:modified xsi:type="dcterms:W3CDTF">2026-09-15T13:24:53Z</dcterms:modified>
</cp:coreProperties>
</file>