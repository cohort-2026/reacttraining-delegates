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</a:t>
            </a:r>
          </a:p>
          <a:p>
            <a:endParaRPr lang="en-US" dirty="0"/>
          </a:p>
          <a:p>
            <a:r>
              <a:rPr lang="en-US" dirty="0"/>
              <a:t>SAY: Day 3: JSX (syntax for describing UI) → components and props (building blocks of every React app) → rendering lists of data.</a:t>
            </a:r>
          </a:p>
          <a:p>
            <a:endParaRPr lang="en-US" dirty="0"/>
          </a:p>
          <a:p>
            <a:r>
              <a:rPr lang="en-US" dirty="0"/>
              <a:t>SAY: By afternoon: TaskBoard shows real board of tasks, built from own components.</a:t>
            </a:r>
          </a:p>
          <a:p>
            <a:endParaRPr lang="en-US" dirty="0"/>
          </a:p>
          <a:p>
            <a:r>
              <a:rPr lang="en-US" dirty="0"/>
              <a:t>DO: All delegates: React Developer Tools browser extension installed before 10:00. Search "React Developer Tools" in Chrome Web Store or Edge Add-ons.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 min</a:t>
            </a:r>
          </a:p>
          <a:p>
            <a:endParaRPr lang="en-US" dirty="0"/>
          </a:p>
          <a:p>
            <a:r>
              <a:rPr lang="en-US" dirty="0"/>
              <a:t>ANSWERS:</a:t>
            </a:r>
          </a:p>
          <a:p>
            <a:r>
              <a:rPr lang="en-US" dirty="0"/>
              <a:t>1. 10.</a:t>
            </a:r>
          </a:p>
          <a:p>
            <a:r>
              <a:rPr lang="en-US" dirty="0"/>
              <a:t>2. { ...task, done: true }</a:t>
            </a:r>
          </a:p>
          <a:p>
            <a:r>
              <a:rPr lang="en-US" dirty="0"/>
              <a:t>3. filter.</a:t>
            </a:r>
          </a:p>
          <a:p>
            <a:r>
              <a:rPr lang="en-US" dirty="0"/>
              <a:t>4. fetch does not reject on HTTP errors (404, 500); res.ok = status 200 to 299.</a:t>
            </a:r>
          </a:p>
          <a:p>
            <a:r>
              <a:rPr lang="en-US" dirty="0"/>
              <a:t>5. src/main.jsx; createRoot on #root element.</a:t>
            </a:r>
          </a:p>
          <a:p>
            <a:endParaRPr lang="en-US" dirty="0"/>
          </a:p>
          <a:p>
            <a:r>
              <a:rPr lang="en-US" dirty="0"/>
              <a:t>DO: Check homework: three-task array in App.jsx. If missing, two minutes now:</a:t>
            </a:r>
          </a:p>
          <a:p>
            <a:r>
              <a:rPr lang="en-US" dirty="0"/>
              <a:t>const tasks = [</a:t>
            </a:r>
          </a:p>
          <a:p>
            <a:r>
              <a:rPr lang="en-US" dirty="0"/>
              <a:t>  { id: 1, title: "Set up project", done: true },</a:t>
            </a:r>
          </a:p>
          <a:p>
            <a:r>
              <a:rPr lang="en-US" dirty="0"/>
              <a:t>  { id: 2, title: "Build task list", done: false },</a:t>
            </a:r>
          </a:p>
          <a:p>
            <a:r>
              <a:rPr lang="en-US" dirty="0"/>
              <a:t>  { id: 3, title: "Style the board", done: false },</a:t>
            </a:r>
          </a:p>
          <a:p>
            <a:r>
              <a:rPr lang="en-US" dirty="0"/>
              <a:t>];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2 min</a:t>
            </a:r>
          </a:p>
          <a:p>
            <a:endParaRPr lang="en-US" dirty="0"/>
          </a:p>
          <a:p>
            <a:r>
              <a:rPr lang="en-US" dirty="0"/>
              <a:t>SAY: Four modules, each builds on previous. JSX = language of components. Props = data into components. Lists and conditions → dynamic screens. Last: planning a React UI before writing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JSX looks like HTML; = JavaScript underneath. Vite converts it to regular JavaScript function calls before browser sees it. So some rules differ from HTML.</a:t>
            </a:r>
          </a:p>
          <a:p>
            <a:endParaRPr lang="en-US" dirty="0"/>
          </a:p>
          <a:p>
            <a:r>
              <a:rPr lang="en-US" dirty="0"/>
              <a:t>DO: Everyone: TaskBoard dev server running (npm run dev).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Curly braces in JSX = window into JavaScript. Expression inside evaluated; result shown on screen.</a:t>
            </a:r>
          </a:p>
          <a:p>
            <a:endParaRPr lang="en-US" dirty="0"/>
          </a:p>
          <a:p>
            <a:r>
              <a:rPr lang="en-US" dirty="0"/>
              <a:t>SAY: Expression = anything producing a value: variable, maths, method call, ternary. Statements (if, for, const declarations) not allowed in braces → put that logic above return, as with today.</a:t>
            </a:r>
          </a:p>
          <a:p>
            <a:endParaRPr lang="en-US" dirty="0"/>
          </a:p>
          <a:p>
            <a:r>
              <a:rPr lang="en-US" dirty="0"/>
              <a:t>SAY: Multi-line JSX: wrap in round brackets after return. Without → JavaScript can insert semicolon after return → component returns nothing.</a:t>
            </a:r>
          </a:p>
          <a:p>
            <a:endParaRPr lang="en-US" dirty="0"/>
          </a:p>
          <a:p>
            <a:r>
              <a:rPr lang="en-US" dirty="0"/>
              <a:t>DO: Type example. Change name; watch update.</a:t>
            </a:r>
          </a:p>
          <a:p>
            <a:endParaRPr lang="en-US" dirty="0"/>
          </a:p>
          <a:p>
            <a:r>
              <a:rPr lang="en-US" dirty="0"/>
              <a:t>DO: Show error: {if (openTasks &gt; 0) "busy"} inside JSX. Read syntax error. Fix with ternary: {openTasks &gt; 0 ? "Busy day" : "All clear"}.</a:t>
            </a:r>
          </a:p>
          <a:p>
            <a:endParaRPr lang="en-US" dirty="0"/>
          </a:p>
          <a:p>
            <a:r>
              <a:rPr lang="en-US" dirty="0"/>
              <a:t>ASK: Can you put {user} directly in JSX? (No. Objects cannot be rendered; React throws "Objects are not valid as a React child". Render a property, e.g. user.name.)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Five differences.</a:t>
            </a:r>
          </a:p>
          <a:p>
            <a:endParaRPr lang="en-US" dirty="0"/>
          </a:p>
          <a:p>
            <a:r>
              <a:rPr lang="en-US" dirty="0"/>
              <a:t>SAY: One: class → className (class = reserved word in JavaScript). for on labels → htmlFor, same reason.</a:t>
            </a:r>
          </a:p>
          <a:p>
            <a:endParaRPr lang="en-US" dirty="0"/>
          </a:p>
          <a:p>
            <a:r>
              <a:rPr lang="en-US" dirty="0"/>
              <a:t>SAY: Two: every tag closed. Empty elements (input, img, br) need self-closing slash.</a:t>
            </a:r>
          </a:p>
          <a:p>
            <a:endParaRPr lang="en-US" dirty="0"/>
          </a:p>
          <a:p>
            <a:r>
              <a:rPr lang="en-US" dirty="0"/>
              <a:t>SAY: Three: attributes camelCase. onclick → onClick, tabindex → tabIndex. Exceptions: aria-* and data-* keep dashes, e.g. aria-label.</a:t>
            </a:r>
          </a:p>
          <a:p>
            <a:endParaRPr lang="en-US" dirty="0"/>
          </a:p>
          <a:p>
            <a:r>
              <a:rPr lang="en-US" dirty="0"/>
              <a:t>SAY: Four: event handlers = function in curly braces, not string. onClick={save}, not onClick={save()}. With brackets, save runs immediately during rendering, not on click. Very common bug.</a:t>
            </a:r>
          </a:p>
          <a:p>
            <a:endParaRPr lang="en-US" dirty="0"/>
          </a:p>
          <a:p>
            <a:r>
              <a:rPr lang="en-US" dirty="0"/>
              <a:t>SAY: Five: style takes JavaScript object → double curly braces: outer = "JavaScript here", inner = the object. CSS property names → camelCase. Plain number = pixels for sizes, e.g. fontSize: 14. Unitless properties (lineHeight, opacity, zIndex) keep plain number.</a:t>
            </a:r>
          </a:p>
          <a:p>
            <a:endParaRPr lang="en-US" dirty="0"/>
          </a:p>
          <a:p>
            <a:r>
              <a:rPr lang="en-US" dirty="0"/>
              <a:t>SAY: JSX comments = curly braces with block comment. VS Code: Ctrl+/ or Cmd+/ inserts right kind.</a:t>
            </a:r>
          </a:p>
          <a:p>
            <a:endParaRPr lang="en-US" dirty="0"/>
          </a:p>
          <a:p>
            <a:r>
              <a:rPr lang="en-US" dirty="0"/>
              <a:t>TIP: Pasting HTML: search "HTML to JSX converter" online, or follow VS Code's error highlights.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</a:t>
            </a:r>
          </a:p>
          <a:p>
            <a:endParaRPr lang="en-US" dirty="0"/>
          </a:p>
          <a:p>
            <a:r>
              <a:rPr lang="en-US" dirty="0"/>
              <a:t>SAY: Component must return single top-level element. Two siblings = function returning two values; JavaScript cannot.</a:t>
            </a:r>
          </a:p>
          <a:p>
            <a:endParaRPr lang="en-US" dirty="0"/>
          </a:p>
          <a:p>
            <a:r>
              <a:rPr lang="en-US" dirty="0"/>
              <a:t>SAY: Wrapping div = extra element on page; can break CSS layouts like Flexbox and Grid. Use Fragment (empty angle brackets): groups elements, adds nothing to HTML.</a:t>
            </a:r>
          </a:p>
          <a:p>
            <a:endParaRPr lang="en-US" dirty="0"/>
          </a:p>
          <a:p>
            <a:r>
              <a:rPr lang="en-US" dirty="0"/>
              <a:t>SAY: Wrapper with meaning (header, section, article) → use it. Fragment = grouping only.</a:t>
            </a:r>
          </a:p>
          <a:p>
            <a:endParaRPr lang="en-US" dirty="0"/>
          </a:p>
          <a:p>
            <a:r>
              <a:rPr lang="en-US" dirty="0"/>
              <a:t>DO: Paste Broken component into App.jsx; show error: "Adjacent JSX elements must be wrapped in an enclosing tag". Fix with Fragment; DevTools Elements → no extra element added.</a:t>
            </a:r>
          </a:p>
          <a:p>
            <a:endParaRPr lang="en-US" dirty="0"/>
          </a:p>
          <a:p>
            <a:r>
              <a:rPr lang="en-US" dirty="0"/>
              <a:t>IF ASKED about the long form: &lt;Fragment&gt; imported from react = same thing; needed when fragment needs a key, e.g. map returns group of sibling elements per item without wrapper. Current React also lets &lt;Fragment&gt; take a ref (advanced).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Props = how components receive data. Component = function → props = its arguments. Heart of React.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 min</a:t>
            </a:r>
          </a:p>
          <a:p>
            <a:endParaRPr lang="en-US" dirty="0"/>
          </a:p>
          <a:p>
            <a:r>
              <a:rPr lang="en-US" dirty="0"/>
              <a:t>SAY: Create folder src/components, file TaskCard.jsx. Convention: one component per file, file named after component.</a:t>
            </a:r>
          </a:p>
          <a:p>
            <a:endParaRPr lang="en-US" dirty="0"/>
          </a:p>
          <a:p>
            <a:r>
              <a:rPr lang="en-US" dirty="0"/>
              <a:t>SAY: TaskCard receives props object. Destructure title, assignee, points, done straight away (as Day 2).</a:t>
            </a:r>
          </a:p>
          <a:p>
            <a:endParaRPr lang="en-US" dirty="0"/>
          </a:p>
          <a:p>
            <a:r>
              <a:rPr lang="en-US" dirty="0"/>
              <a:t>SAY: Use: import, write like HTML tag, pass props like attributes. Strings can use quotes. Numbers, booleans, arrays, objects, functions must use curly braces. points="3" = string "3", not number 3.</a:t>
            </a:r>
          </a:p>
          <a:p>
            <a:endParaRPr lang="en-US" dirty="0"/>
          </a:p>
          <a:p>
            <a:r>
              <a:rPr lang="en-US" dirty="0"/>
              <a:t>SAY: Props = read-only; component must never change own props. Data that changes = state (tomorrow).</a:t>
            </a:r>
          </a:p>
          <a:p>
            <a:endParaRPr lang="en-US" dirty="0"/>
          </a:p>
          <a:p>
            <a:r>
              <a:rPr lang="en-US" dirty="0"/>
              <a:t>DO: Build live. Render three TaskCards in App, different props.</a:t>
            </a:r>
          </a:p>
          <a:p>
            <a:endParaRPr lang="en-US" dirty="0"/>
          </a:p>
          <a:p>
            <a:r>
              <a:rPr lang="en-US" dirty="0"/>
              <a:t>DO: Boolean shortcut: just done = done={true}.</a:t>
            </a:r>
          </a:p>
          <a:p>
            <a:endParaRPr lang="en-US" dirty="0"/>
          </a:p>
          <a:p>
            <a:r>
              <a:rPr lang="en-US" dirty="0"/>
              <a:t>KNOWN ISSUE: "TaskCard is not defined": import missing or path wrong. VS Code auto-import: type &lt;TaskCard, then Ctrl+Space or accept suggestion.</a:t>
            </a:r>
          </a:p>
          <a:p>
            <a:endParaRPr lang="en-US" dirty="0"/>
          </a:p>
          <a:p>
            <a:r>
              <a:rPr lang="en-US" dirty="0"/>
              <a:t>ASK: What happens if you forget to pass assignee? (undefined → paragraph shows "Assigned to" with nothing after. Fixed next with defaults.)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8 min</a:t>
            </a:r>
          </a:p>
          <a:p>
            <a:endParaRPr lang="en-US" dirty="0"/>
          </a:p>
          <a:p>
            <a:r>
              <a:rPr lang="en-US" dirty="0"/>
              <a:t>SAY: Default values as on Day 2: variant = "default" applies when prop not passed.</a:t>
            </a:r>
          </a:p>
          <a:p>
            <a:endParaRPr lang="en-US" dirty="0"/>
          </a:p>
          <a:p>
            <a:r>
              <a:rPr lang="en-US" dirty="0"/>
              <a:t>SAY: children = special prop: whatever sits between component's opening and closing tags. Here paragraph and button = children; Card decides where to place them.</a:t>
            </a:r>
          </a:p>
          <a:p>
            <a:endParaRPr lang="en-US" dirty="0"/>
          </a:p>
          <a:p>
            <a:r>
              <a:rPr lang="en-US" dirty="0"/>
              <a:t>SAY: = composition. Card need not know its contents; provides frame only. Modals, layouts, panels, page shells work this way.</a:t>
            </a:r>
          </a:p>
          <a:p>
            <a:endParaRPr lang="en-US" dirty="0"/>
          </a:p>
          <a:p>
            <a:r>
              <a:rPr lang="en-US" dirty="0"/>
              <a:t>SAY: className uses template literal → variant part of class: card card-highlight. Tailwind later; same idea.</a:t>
            </a:r>
          </a:p>
          <a:p>
            <a:endParaRPr lang="en-US" dirty="0"/>
          </a:p>
          <a:p>
            <a:r>
              <a:rPr lang="en-US" dirty="0"/>
              <a:t>SAY: Title line uses &amp;&amp; (detail in Module 3.3): heading shown only if title passed.</a:t>
            </a:r>
          </a:p>
          <a:p>
            <a:endParaRPr lang="en-US" dirty="0"/>
          </a:p>
          <a:p>
            <a:r>
              <a:rPr lang="en-US" dirty="0"/>
              <a:t>DO: Build Card in src/components/ui/Card.jsx (same file Lab 3.1 uses); wrap two different pieces of content to show reuse.</a:t>
            </a:r>
          </a:p>
          <a:p>
            <a:endParaRPr lang="en-US" dirty="0"/>
          </a:p>
          <a:p>
            <a:r>
              <a:rPr lang="en-US" dirty="0"/>
              <a:t>ASK: Where would you use a component with children in TaskBoard? (Column wrapping task cards; Modal for editing a task; Layout for every page.)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</a:t>
            </a:r>
          </a:p>
          <a:p>
            <a:endParaRPr lang="en-US" dirty="0"/>
          </a:p>
          <a:p>
            <a:r>
              <a:rPr lang="en-US" dirty="0"/>
              <a:t>SAY: One-way data flow: data moves down component tree through props, like water downhill.</a:t>
            </a:r>
          </a:p>
          <a:p>
            <a:endParaRPr lang="en-US" dirty="0"/>
          </a:p>
          <a:p>
            <a:r>
              <a:rPr lang="en-US" dirty="0"/>
              <a:t>SAY: Parent owns data, passes pieces to children; children display what they receive. Data changes in parent → new values flow down.</a:t>
            </a:r>
          </a:p>
          <a:p>
            <a:endParaRPr lang="en-US" dirty="0"/>
          </a:p>
          <a:p>
            <a:r>
              <a:rPr lang="en-US" dirty="0"/>
              <a:t>SAY: Benefit: something wrong on screen → follow props upwards to data's origin. One source of truth → bugs easier to track down.</a:t>
            </a:r>
          </a:p>
          <a:p>
            <a:endParaRPr lang="en-US" dirty="0"/>
          </a:p>
          <a:p>
            <a:r>
              <a:rPr lang="en-US" dirty="0"/>
              <a:t>SAY: How does child (e.g. checkbox in TaskCard) tell parent to mark task done? Parent passes function down as prop; child calls it. Tomorrow.</a:t>
            </a:r>
          </a:p>
          <a:p>
            <a:endParaRPr lang="en-US" dirty="0"/>
          </a:p>
          <a:p>
            <a:r>
              <a:rPr lang="en-US" dirty="0"/>
              <a:t>DO: Whiteboard tree: App at top with tasks array → Board → Column → TaskCard; label arrows with props each receives.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</a:t>
            </a:r>
          </a:p>
          <a:p>
            <a:endParaRPr lang="en-US" dirty="0"/>
          </a:p>
          <a:p>
            <a:r>
              <a:rPr lang="en-US" dirty="0"/>
              <a:t>SAY: Real UIs = trees of components. Board takes full task list, splits into to-do and done with filter, renders two Columns. Each Column will render list of TaskCards (next).</a:t>
            </a:r>
          </a:p>
          <a:p>
            <a:endParaRPr lang="en-US" dirty="0"/>
          </a:p>
          <a:p>
            <a:r>
              <a:rPr lang="en-US" dirty="0"/>
              <a:t>SAY: Filtering sits above return: prepare data in plain JavaScript first, keep JSX clean.</a:t>
            </a:r>
          </a:p>
          <a:p>
            <a:endParaRPr lang="en-US" dirty="0"/>
          </a:p>
          <a:p>
            <a:r>
              <a:rPr lang="en-US" dirty="0"/>
              <a:t>SAY: App = one line of markup: Board with tasks. = the goal. Top-level components read like table of contents.</a:t>
            </a:r>
          </a:p>
          <a:p>
            <a:endParaRPr lang="en-US" dirty="0"/>
          </a:p>
          <a:p>
            <a:r>
              <a:rPr lang="en-US" dirty="0"/>
              <a:t>SAY: Component size rule: need the word "and" to describe it → might be two components.</a:t>
            </a:r>
          </a:p>
          <a:p>
            <a:endParaRPr lang="en-US" dirty="0"/>
          </a:p>
          <a:p>
            <a:r>
              <a:rPr lang="en-US" dirty="0"/>
              <a:t>DO: Create Board.jsx now. Column.jsx next module (after lists). For now Column showing just heading and tasks.length is fine.</a:t>
            </a:r>
          </a:p>
          <a:p>
            <a:endParaRPr lang="en-US" dirty="0"/>
          </a:p>
          <a:p>
            <a:r>
              <a:rPr lang="en-US" dirty="0"/>
              <a:t>ASK: Which component should own the tasks array: App, Board or Column? (App for now = highest point that needs it. Rule formalised tomorrow.)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Almost every screen shows a list. How React turns array into elements; how to show or hide content based on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10 min</a:t>
            </a:r>
          </a:p>
          <a:p>
            <a:endParaRPr lang="en-US" dirty="0"/>
          </a:p>
          <a:p>
            <a:r>
              <a:rPr lang="en-US" dirty="0"/>
              <a:t>SAY: Most common React pattern: inside curly braces, call map on array; return JSX per task. React renders resulting array of elements.</a:t>
            </a:r>
          </a:p>
          <a:p>
            <a:endParaRPr lang="en-US" dirty="0"/>
          </a:p>
          <a:p>
            <a:r>
              <a:rPr lang="en-US" dirty="0"/>
              <a:t>SAY: Arrow function: round brackets after arrow, not curly braces = implicit return (Day 2). Curly braces → must write return, else nothing renders. Number one list bug.</a:t>
            </a:r>
          </a:p>
          <a:p>
            <a:endParaRPr lang="en-US" dirty="0"/>
          </a:p>
          <a:p>
            <a:r>
              <a:rPr lang="en-US" dirty="0"/>
              <a:t>SAY: Every list item needs key prop, on outermost element returned by map. Here = the li, not the TaskCard.</a:t>
            </a:r>
          </a:p>
          <a:p>
            <a:endParaRPr lang="en-US" dirty="0"/>
          </a:p>
          <a:p>
            <a:r>
              <a:rPr lang="en-US" dirty="0"/>
              <a:t>SAY: {...task} spreads all task object properties as props = shorthand for title={task.title} points={task.points} and so on. Careful: do not pass props child does not need.</a:t>
            </a:r>
          </a:p>
          <a:p>
            <a:endParaRPr lang="en-US" dirty="0"/>
          </a:p>
          <a:p>
            <a:r>
              <a:rPr lang="en-US" dirty="0"/>
              <a:t>DO: Build Column.jsx; check browser. Console → no key warnings.</a:t>
            </a:r>
          </a:p>
          <a:p>
            <a:endParaRPr lang="en-US" dirty="0"/>
          </a:p>
          <a:p>
            <a:r>
              <a:rPr lang="en-US" dirty="0"/>
              <a:t>DO: Remove key; show warning: "Each child in a list should have a unique key prop."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6 min</a:t>
            </a:r>
          </a:p>
          <a:p>
            <a:endParaRPr lang="en-US" dirty="0"/>
          </a:p>
          <a:p>
            <a:r>
              <a:rPr lang="en-US" dirty="0"/>
              <a:t>SAY: List changes → React must work out what happened: item removed, added, moved? Keys = stable identity per item → old and new items matched correctly.</a:t>
            </a:r>
          </a:p>
          <a:p>
            <a:endParaRPr lang="en-US" dirty="0"/>
          </a:p>
          <a:p>
            <a:r>
              <a:rPr lang="en-US" dirty="0"/>
              <a:t>SAY: Use id from your data. Database ids = perfect.</a:t>
            </a:r>
          </a:p>
          <a:p>
            <a:endParaRPr lang="en-US" dirty="0"/>
          </a:p>
          <a:p>
            <a:r>
              <a:rPr lang="en-US" dirty="0"/>
              <a:t>SAY: Array index as key silences warning but → real bugs when items reordered or removed. E.g. each item has text input; delete first item → typed text can appear on wrong item (indexes shifted).</a:t>
            </a:r>
          </a:p>
          <a:p>
            <a:endParaRPr lang="en-US" dirty="0"/>
          </a:p>
          <a:p>
            <a:r>
              <a:rPr lang="en-US" dirty="0"/>
              <a:t>SAY: Never Math.random() or Date.now() as key during render. Key changes every render → React destroys and rebuilds every item every time. Slow; loses typed input.</a:t>
            </a:r>
          </a:p>
          <a:p>
            <a:endParaRPr lang="en-US" dirty="0"/>
          </a:p>
          <a:p>
            <a:r>
              <a:rPr lang="en-US" dirty="0"/>
              <a:t>SAY: Index as key OK only for static lists that never change order, e.g. fixed list of menu labels.</a:t>
            </a:r>
          </a:p>
          <a:p>
            <a:endParaRPr lang="en-US" dirty="0"/>
          </a:p>
          <a:p>
            <a:r>
              <a:rPr lang="en-US" dirty="0"/>
              <a:t>ASK: Your data has no id. What can you do? (Generate one when item is created, e.g. crypto.randomUUID(); store it with item.)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9 min</a:t>
            </a:r>
          </a:p>
          <a:p>
            <a:endParaRPr lang="en-US" dirty="0"/>
          </a:p>
          <a:p>
            <a:r>
              <a:rPr lang="en-US" dirty="0"/>
              <a:t>SAY: Three patterns cover nearly every case where UI depends on data.</a:t>
            </a:r>
          </a:p>
          <a:p>
            <a:endParaRPr lang="en-US" dirty="0"/>
          </a:p>
          <a:p>
            <a:r>
              <a:rPr lang="en-US" dirty="0"/>
              <a:t>SAY: One: early return. Nothing sensible to show → return null; React renders nothing.</a:t>
            </a:r>
          </a:p>
          <a:p>
            <a:endParaRPr lang="en-US" dirty="0"/>
          </a:p>
          <a:p>
            <a:r>
              <a:rPr lang="en-US" dirty="0"/>
              <a:t>SAY: Two: ternary = show one thing or another. Also used here to choose class name.</a:t>
            </a:r>
          </a:p>
          <a:p>
            <a:endParaRPr lang="en-US" dirty="0"/>
          </a:p>
          <a:p>
            <a:r>
              <a:rPr lang="en-US" dirty="0"/>
              <a:t>SAY: Three: logical AND. Left side truthy → renders right side. Falsy → expression gives back that falsy value; React renders nothing for false, null or undefined. Good for optional parts, e.g. assignee line.</a:t>
            </a:r>
          </a:p>
          <a:p>
            <a:endParaRPr lang="en-US" dirty="0"/>
          </a:p>
          <a:p>
            <a:r>
              <a:rPr lang="en-US" dirty="0"/>
              <a:t>SAY: Trap: false, null, undefined not rendered, but number 0 is. points is 0 → {points &amp;&amp; ...} shows stray 0. Compare explicitly: points &gt; 0 &amp;&amp;.</a:t>
            </a:r>
          </a:p>
          <a:p>
            <a:endParaRPr lang="en-US" dirty="0"/>
          </a:p>
          <a:p>
            <a:r>
              <a:rPr lang="en-US" dirty="0"/>
              <a:t>SAY: Complex conditions → move logic above return into variable, or split out separate component. Nested ternaries in JSX = hard to read.</a:t>
            </a:r>
          </a:p>
          <a:p>
            <a:endParaRPr lang="en-US" dirty="0"/>
          </a:p>
          <a:p>
            <a:r>
              <a:rPr lang="en-US" dirty="0"/>
              <a:t>DO: Demo 0 bug: set points to 0, use {points &amp;&amp; &lt;span&gt;...}. Show lonely 0. Fix.</a:t>
            </a:r>
          </a:p>
          <a:p>
            <a:endParaRPr lang="en-US" dirty="0"/>
          </a:p>
          <a:p>
            <a:r>
              <a:rPr lang="en-US" dirty="0"/>
              <a:t>ASK: Which pattern would you use to show "No tasks yet" when a column is empty? (Ternary on tasks.length === 0.)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1 min</a:t>
            </a:r>
          </a:p>
          <a:p>
            <a:endParaRPr lang="en-US" dirty="0"/>
          </a:p>
          <a:p>
            <a:r>
              <a:rPr lang="en-US" dirty="0"/>
              <a:t>SAY: Syntax not enough: professionals plan component structure before typing. Process here based on official React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7 min</a:t>
            </a:r>
          </a:p>
          <a:p>
            <a:endParaRPr lang="en-US" dirty="0"/>
          </a:p>
          <a:p>
            <a:r>
              <a:rPr lang="en-US" dirty="0"/>
              <a:t>SAY: Five-step process from "Thinking in React" page in official docs; how experienced developers approach every new screen.</a:t>
            </a:r>
          </a:p>
          <a:p>
            <a:endParaRPr lang="en-US" dirty="0"/>
          </a:p>
          <a:p>
            <a:r>
              <a:rPr lang="en-US" dirty="0"/>
              <a:t>SAY: Step one: screenshot or design; draw boxes round every part. Box → component; boxes inside boxes → child components.</a:t>
            </a:r>
          </a:p>
          <a:p>
            <a:endParaRPr lang="en-US" dirty="0"/>
          </a:p>
          <a:p>
            <a:r>
              <a:rPr lang="en-US" dirty="0"/>
              <a:t>SAY: Step two: static version, props and hardcoded data only. No clicks, no state. = today's TaskBoard.</a:t>
            </a:r>
          </a:p>
          <a:p>
            <a:endParaRPr lang="en-US" dirty="0"/>
          </a:p>
          <a:p>
            <a:r>
              <a:rPr lang="en-US" dirty="0"/>
              <a:t>SAY: Steps three to five = state and interactivity (tomorrow). Three: smallest set of data that changes? E.g. task list changes; count of done tasks not stored, can be calculated. Four: where that data lives. Five: children ask parents to change data.</a:t>
            </a:r>
          </a:p>
          <a:p>
            <a:endParaRPr lang="en-US" dirty="0"/>
          </a:p>
          <a:p>
            <a:r>
              <a:rPr lang="en-US" dirty="0"/>
              <a:t>DO: Show TaskBoard target design on projector, or sketch: header with title and summary; board with To do, In progress and Done columns; cards in each. Room calls out component names while you draw 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</a:t>
            </a:r>
          </a:p>
          <a:p>
            <a:endParaRPr lang="en-US" dirty="0"/>
          </a:p>
          <a:p>
            <a:r>
              <a:rPr lang="en-US" dirty="0"/>
              <a:t>SAY: No single official folder structure; this layout scales well for small to medium app.</a:t>
            </a:r>
          </a:p>
          <a:p>
            <a:endParaRPr lang="en-US" dirty="0"/>
          </a:p>
          <a:p>
            <a:r>
              <a:rPr lang="en-US" dirty="0"/>
              <a:t>SAY: components = building blocks. ui subfolder = generic, style-only components (Button, Card) that know nothing about tasks. data = sample data for now; Day 7 → replaced by API.</a:t>
            </a:r>
          </a:p>
          <a:p>
            <a:endParaRPr lang="en-US" dirty="0"/>
          </a:p>
          <a:p>
            <a:r>
              <a:rPr lang="en-US" dirty="0"/>
              <a:t>SAY: Naming conventions: teams rely on them. Components = PascalCase (every word capitalised). Other files = camelCase.</a:t>
            </a:r>
          </a:p>
          <a:p>
            <a:endParaRPr lang="en-US" dirty="0"/>
          </a:p>
          <a:p>
            <a:r>
              <a:rPr lang="en-US" dirty="0"/>
              <a:t>DO: Delegates move tasks array into src/data/tasks.js as named export; import into App with import { tasks } from "./data/tasks.js".</a:t>
            </a:r>
          </a:p>
          <a:p>
            <a:endParaRPr lang="en-US" dirty="0"/>
          </a:p>
          <a:p>
            <a:r>
              <a:rPr lang="en-US" dirty="0"/>
              <a:t>SAY: Day 6: pages and routing → structure gains pages folder.</a:t>
            </a:r>
          </a:p>
          <a:p>
            <a:endParaRPr lang="en-US" dirty="0"/>
          </a:p>
          <a:p>
            <a:r>
              <a:rPr lang="en-US" dirty="0"/>
              <a:t>TIP: React DevTools: open DevTools → Components tab → click component to see props. Inspect TaskCard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40 min</a:t>
            </a:r>
          </a:p>
          <a:p>
            <a:endParaRPr lang="en-US" dirty="0"/>
          </a:p>
          <a:p>
            <a:r>
              <a:rPr lang="en-US" dirty="0"/>
              <a:t>SAY: Own mini design system; these two components reused throughout TaskBoard.</a:t>
            </a:r>
          </a:p>
          <a:p>
            <a:endParaRPr lang="en-US" dirty="0"/>
          </a:p>
          <a:p>
            <a:r>
              <a:rPr lang="en-US" dirty="0"/>
              <a:t>EXAMPLE (show if stuck):</a:t>
            </a:r>
          </a:p>
          <a:p>
            <a:r>
              <a:rPr lang="en-US" dirty="0"/>
              <a:t>function Button({ variant = "primary", size = "md", children }) {</a:t>
            </a:r>
          </a:p>
          <a:p>
            <a:r>
              <a:rPr lang="en-US" dirty="0"/>
              <a:t>  return &lt;button className={`btn btn-${variant} btn-${size}`}&gt;{children}&lt;/button&gt;;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/>
              <a:t>COMMON PROBLEMS:</a:t>
            </a:r>
          </a:p>
          <a:p>
            <a:r>
              <a:rPr lang="en-US" dirty="0"/>
              <a:t>1. Styles not applied: App.css not imported in App.jsx, or class names do not match CSS.</a:t>
            </a:r>
          </a:p>
          <a:p>
            <a:r>
              <a:rPr lang="en-US" dirty="0"/>
              <a:t>2. "Objects are not valid as a React child": object passed as children, e.g. {task}.</a:t>
            </a:r>
          </a:p>
          <a:p>
            <a:r>
              <a:rPr lang="en-US" dirty="0"/>
              <a:t>3. Component renders nothing: function has braces but no return. export default missing → whole page blank instead; Console shows "does not provide an export named 'default'".</a:t>
            </a:r>
          </a:p>
          <a:p>
            <a:endParaRPr lang="en-US" dirty="0"/>
          </a:p>
          <a:p>
            <a:r>
              <a:rPr lang="en-US" dirty="0"/>
              <a:t>STRETCH: Accept extra props with rest, spread onto button element → onClick and disabled work automatically:</a:t>
            </a:r>
          </a:p>
          <a:p>
            <a:r>
              <a:rPr lang="en-US" dirty="0"/>
              <a:t>function Button({ variant = "primary", size = "md", children, ...rest }) { return &lt;button className={`btn btn-${variant} btn-${size}`} {...rest}&gt;{children}&lt;/button&gt;; 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40 min</a:t>
            </a:r>
          </a:p>
          <a:p>
            <a:endParaRPr lang="en-US" dirty="0"/>
          </a:p>
          <a:p>
            <a:r>
              <a:rPr lang="en-US" dirty="0"/>
              <a:t>SAY: Lists and conditionals on different domain → pattern is universal. Build inside TaskBoard in temporary components/catalogue folder, or in second Vite project. Temporary folder = quicker.</a:t>
            </a:r>
          </a:p>
          <a:p>
            <a:endParaRPr lang="en-US" dirty="0"/>
          </a:p>
          <a:p>
            <a:r>
              <a:rPr lang="en-US" dirty="0"/>
              <a:t>VERIFY: Delegates temporarily pass empty array to test empty message, then restore.</a:t>
            </a:r>
          </a:p>
          <a:p>
            <a:endParaRPr lang="en-US" dirty="0"/>
          </a:p>
          <a:p>
            <a:r>
              <a:rPr lang="en-US" dirty="0"/>
              <a:t>HINTS:</a:t>
            </a:r>
          </a:p>
          <a:p>
            <a:r>
              <a:rPr lang="en-US" dirty="0"/>
              <a:t>- Price formatting: new Intl.NumberFormat("en-ZA", { style: "currency", currency: "ZAR" }).format(price)</a:t>
            </a:r>
          </a:p>
          <a:p>
            <a:r>
              <a:rPr lang="en-US" dirty="0"/>
              <a:t>- Rating as stars: "★".repeat(rating)</a:t>
            </a:r>
          </a:p>
          <a:p>
            <a:endParaRPr lang="en-US" dirty="0"/>
          </a:p>
          <a:p>
            <a:r>
              <a:rPr lang="en-US" dirty="0"/>
              <a:t>COMMON PROBLEMS:</a:t>
            </a:r>
          </a:p>
          <a:p>
            <a:r>
              <a:rPr lang="en-US" dirty="0"/>
              <a:t>1. Key warning: key on ProductCard inside the component, not on element returned by map.</a:t>
            </a:r>
          </a:p>
          <a:p>
            <a:r>
              <a:rPr lang="en-US" dirty="0"/>
              <a:t>2. Stray 0 on screen: {product.rating &amp;&amp; ...} when rating is 0. Compare explicitly: product.rating &gt; 0 &amp;&amp;.</a:t>
            </a:r>
          </a:p>
          <a:p>
            <a:r>
              <a:rPr lang="en-US" dirty="0"/>
              <a:t>3. Grid in one column: display: grid missing or on wrong element.</a:t>
            </a:r>
          </a:p>
          <a:p>
            <a:endParaRPr lang="en-US" dirty="0"/>
          </a:p>
          <a:p>
            <a:r>
              <a:rPr lang="en-US" dirty="0"/>
              <a:t>STRETCH: Category heading above each group of products (filter per category). Sort by price: [...products].sort((a, b) =&gt; a.price - b.price).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45 min</a:t>
            </a:r>
          </a:p>
          <a:p>
            <a:endParaRPr lang="en-US" dirty="0"/>
          </a:p>
          <a:p>
            <a:r>
              <a:rPr lang="en-US" dirty="0"/>
              <a:t>SAY: Today's capstone. done → status with three values → three columns. Update data and any component still reading done: Board filters on status; TaskCard no longer needs Done or Open label (column shows it). String ids such as "1"; match ids crypto.randomUUID() creates tomorrow and Task type (id: string) on Day 6.</a:t>
            </a:r>
          </a:p>
          <a:p>
            <a:endParaRPr lang="en-US" dirty="0"/>
          </a:p>
          <a:p>
            <a:r>
              <a:rPr lang="en-US" dirty="0"/>
              <a:t>SAY: App.jsx tiny; all logic in components.</a:t>
            </a:r>
          </a:p>
          <a:p>
            <a:endParaRPr lang="en-US" dirty="0"/>
          </a:p>
          <a:p>
            <a:r>
              <a:rPr lang="en-US" dirty="0"/>
              <a:t>HINT for Board:</a:t>
            </a:r>
          </a:p>
          <a:p>
            <a:r>
              <a:rPr lang="en-US" dirty="0"/>
              <a:t>const columns = [["todo", "To do"], ["doing", "In progress"], ["done", "Done"]];</a:t>
            </a:r>
          </a:p>
          <a:p>
            <a:r>
              <a:rPr lang="en-US" dirty="0"/>
              <a:t>Map over columns, filter tasks per status, each Column key={status}. Avoids repeating three Column lines.</a:t>
            </a:r>
          </a:p>
          <a:p>
            <a:endParaRPr lang="en-US" dirty="0"/>
          </a:p>
          <a:p>
            <a:r>
              <a:rPr lang="en-US" dirty="0"/>
              <a:t>COMMON PROBLEMS:</a:t>
            </a:r>
          </a:p>
          <a:p>
            <a:r>
              <a:rPr lang="en-US" dirty="0"/>
              <a:t>1. Tasks in wrong column: status spelling differs between data and filter.</a:t>
            </a:r>
          </a:p>
          <a:p>
            <a:r>
              <a:rPr lang="en-US" dirty="0"/>
              <a:t>2. Everything in one column: CSS for .board missing display: grid and grid-template-columns: repeat(3, 1fr).</a:t>
            </a:r>
          </a:p>
          <a:p>
            <a:r>
              <a:rPr lang="en-US" dirty="0"/>
              <a:t>3. Header count wrong: filtered list passed instead of full list.</a:t>
            </a:r>
          </a:p>
          <a:p>
            <a:endParaRPr lang="en-US" dirty="0"/>
          </a:p>
          <a:p>
            <a:r>
              <a:rPr lang="en-US" dirty="0"/>
              <a:t>STRETCH: Points total per column heading using reduce. Colour per status using class name.</a:t>
            </a:r>
          </a:p>
          <a:p>
            <a:endParaRPr lang="en-US" dirty="0"/>
          </a:p>
          <a:p>
            <a:r>
              <a:rPr lang="en-US" dirty="0"/>
              <a:t>DO: Two delegates show component tree in React DevTools on projector.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5 min</a:t>
            </a:r>
          </a:p>
          <a:p>
            <a:endParaRPr lang="en-US" dirty="0"/>
          </a:p>
          <a:p>
            <a:r>
              <a:rPr lang="en-US" dirty="0"/>
              <a:t>SAY: Today: blank App → real component tree rendering data = core of React.</a:t>
            </a:r>
          </a:p>
          <a:p>
            <a:endParaRPr lang="en-US" dirty="0"/>
          </a:p>
          <a:p>
            <a:r>
              <a:rPr lang="en-US" dirty="0"/>
              <a:t>SAY: TaskBoard cannot do anything yet: no adding or completing a task. Tomorrow: state and events → interactive.</a:t>
            </a:r>
          </a:p>
          <a:p>
            <a:endParaRPr lang="en-US" dirty="0"/>
          </a:p>
          <a:p>
            <a:r>
              <a:rPr lang="en-US" dirty="0"/>
              <a:t>SAY: Tonight: build SummaryBar calculating totals and percentage done from tasks array. Rule: calculate, do not store. Sets up tomorrow's derived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TIMING: Reference only</a:t>
            </a:r>
          </a:p>
          <a:p>
            <a:endParaRPr lang="en-US" dirty="0"/>
          </a:p>
          <a:p>
            <a:r>
              <a:rPr lang="en-US" dirty="0"/>
              <a:t>SAY: Every topic has matching react.dev page with interactive challenges at bottom = excellent extra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hyperlink" Target="https://react.dev/learn/your-first-component" TargetMode="External"/><Relationship Id="rId2" Type="http://schemas.openxmlformats.org/officeDocument/2006/relationships/hyperlink" Target="https://react.dev/learn/writing-markup-with-jsx" TargetMode="External"/><Relationship Id="rId3" Type="http://schemas.openxmlformats.org/officeDocument/2006/relationships/hyperlink" Target="https://react.dev/learn/passing-props-to-a-component" TargetMode="External"/><Relationship Id="rId4" Type="http://schemas.openxmlformats.org/officeDocument/2006/relationships/hyperlink" Target="https://react.dev/learn/conditional-rendering" TargetMode="External"/><Relationship Id="rId5" Type="http://schemas.openxmlformats.org/officeDocument/2006/relationships/hyperlink" Target="https://react.dev/learn/rendering-lists" TargetMode="External"/><Relationship Id="rId6" Type="http://schemas.openxmlformats.org/officeDocument/2006/relationships/hyperlink" Target="https://react.dev/learn/thinking-in-react" TargetMode="External"/><Relationship Id="rId7" Type="http://schemas.openxmlformats.org/officeDocument/2006/relationships/hyperlink" Target="https://react.dev/learn/react-developer-tools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822960"/>
            <a:ext cx="1828800" cy="18288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9168" y="1298448"/>
            <a:ext cx="877824" cy="8778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9144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DEVELOPMENT: BEGINNER TO PROFESSIONAL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2860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Fundamentals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832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user interfaces from reusable, composable components.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36576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5086" y="508406"/>
            <a:ext cx="263347" cy="26334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Recap: Day 2 Knowledge Check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const double = (n) =&gt; n * 2 return for double(5)?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immutable way to set done to true on a task object.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array method keeps only items that pass a test?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you check res.ok after fetch?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file mounts the React app into the page?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React Fundamentals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8016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43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JSX: writing UI in JavaScript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28016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143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and props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14884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0116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 lists and conditional content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01168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14884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01168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Thinking in React and React DevTools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017520"/>
            <a:ext cx="457200" cy="45720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28803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set, product catalogue, TaskBoard list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React Fundamentals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HTML-like syntax that is really JavaScript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React Fundamentals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JSX: Embedding JavaScript with Curly Braces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src/App.jsx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21208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493776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App()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user = { name: "Zanele", role: "Developer" };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openTasks = 4;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today = new Date().toLocaleDateString();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&lt;main&gt;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&lt;h1&gt;Welcome back, {user.name}&lt;/h1&gt;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&lt;p&gt;Role: {user.role.toUpperCase()}&lt;/p&gt;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&lt;p&gt;{openTasks} open tasks&lt;/p&gt;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&lt;p&gt;Points: {openTasks * 2}&lt;/p&gt;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&lt;p&gt;Today is {today}&lt;/p&gt;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&lt;/main&gt;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App;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1188720"/>
            <a:ext cx="27432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}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switches from markup to JavaScript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expression works: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variables, maths, function calls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do not: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if or for inside { }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multi-line JSX in ( )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React Fundamentals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 Is Not Quite HTML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92808"/>
            <a:ext cx="33832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class="card"&gt;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for="email"&gt;Email&lt;/label&gt;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type="email"&gt;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onclick="save()"&gt;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style="color: red;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14px"&gt;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comment --&gt;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4023360" cy="3520440"/>
          </a:xfrm>
          <a:prstGeom prst="roundRect">
            <a:avLst>
              <a:gd name="adj" fmla="val 2078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280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JSX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846320" y="1783080"/>
            <a:ext cx="3657600" cy="2743200"/>
          </a:xfrm>
          <a:prstGeom prst="roundRect">
            <a:avLst>
              <a:gd name="adj" fmla="val 2667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83480" y="1892808"/>
            <a:ext cx="338328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className="card"&gt;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&lt;label htmlFor="email"&gt;Email&lt;/label&gt;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&lt;input type="email" /&gt;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&lt;br /&gt;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onClick={save}&gt;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style={{ color: "red",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fontSize: 14 }}&gt;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{/* comment */}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React Fundamentals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Parent Element, and Fragments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src/App.jsx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21208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493776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Error: two sibling elements returned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Broken()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&lt;h1&gt;TaskBoard&lt;/h1&gt;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&lt;p&gt;Plan your work&lt;/p&gt;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Fix: wrap in a Fragment (adds nothing to the page)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Header() {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&lt;h1&gt;TaskBoard&lt;/h1&gt;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&lt;p&gt;Plan your work&lt;/p&gt;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&lt;/&gt;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1188720"/>
            <a:ext cx="27432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component returns one element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Fragments &lt;&gt; &lt;/&gt;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group without adding extra HTML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real element like header or section when it adds meaning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page free of unnecessary divs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React Fundamentals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3.2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and Props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building blocks with inputs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React Fundamentals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and Using a Component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src/components/TaskCard.jsx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89204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461772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TaskCard({ title, assignee, points, done })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&lt;article className="task-card"&gt;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&lt;h3&gt;{title}&lt;/h3&gt;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&lt;p&gt;Assigned to {assignee}&lt;/p&gt;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&lt;span className="badge"&gt;{points} pts&lt;/span&gt;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&lt;p&gt;Status: {done ? "Done" : "Open"}&lt;/p&gt;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&lt;/article&gt;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TaskCard;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src/App.jsx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TaskCard from "./components/TaskCard.jsx";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&lt;TaskCard title="Design login" assignee="Naledi"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points={3} done={false} /&gt;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23560" y="1188720"/>
            <a:ext cx="30632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component per file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named with a capital letter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arrive as one object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destructured in the parameters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quotes; everything else uses { }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are </a:t>
            </a: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inside the component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React Fundamentals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Values and the children Prop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src/components/ui/Card.jsx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601218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573786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Card({ title, variant = "default", children }) {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&lt;section className={`card card-${variant}`}&gt;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{title &amp;&amp; &lt;h2&gt;{title}&lt;/h2&gt;}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&lt;div className="card-body"&gt;{children}&lt;/div&gt;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&lt;/section&gt;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Card;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Usage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&lt;Card title="Sprint 12" variant="highlight"&gt;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&lt;p&gt;Ends Friday.&lt;/p&gt;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&lt;button&gt;View board&lt;/button&gt;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&lt;/Card&gt;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743700" y="1188720"/>
            <a:ext cx="19431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destructuring handle missing props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</a:t>
            </a: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whatever you place between the tags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wrappers: cards, modals, layouts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literals build dynamic class names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React Fundamentals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Flows Down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owns the data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holds the list of tasks.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6032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4320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 passes props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69748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gives each TaskCard the data it needs: title, points, done.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displays props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69748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TaskCard renders what it receives and never edits its props.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66560" y="1234440"/>
            <a:ext cx="1920240" cy="3383280"/>
          </a:xfrm>
          <a:prstGeom prst="roundRect">
            <a:avLst>
              <a:gd name="adj" fmla="val 381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1031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Changes start at the top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697480"/>
            <a:ext cx="1554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changes in App, React re-renders the children with new props.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React Fundamentals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Composition: Building a Tree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src/components/Board.jsx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38912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411480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Column from "./Column.jsx";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Board({ tasks })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todo = tasks.filter((t) =&gt; !t.done);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done = tasks.filter((t) =&gt; t.done);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className="board"&gt;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&lt;Column heading="To do" tasks={todo} /&gt;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&lt;Column heading="Done" tasks={done} /&gt;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Board;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src/App.jsx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&lt;Board tasks={tasks} /&gt;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188720"/>
            <a:ext cx="3566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components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combine into bigger ones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splits the data; </a:t>
            </a: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displays it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what you need with filter before return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stays short and readable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React Fundamentals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3.3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Rendering Data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keys and conditional content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React Fundamentals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Rendering a List with map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src/components/Column.jsx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38912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411480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TaskCard from "./TaskCard.jsx";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Column({ heading, tasks })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&lt;section className="column"&gt;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&lt;h2&gt;{heading} ({tasks.length})&lt;/h2&gt;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&lt;ul&gt;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{tasks.map((task) =&gt; 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&lt;li key={task.id}&gt;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&lt;TaskCard {...task} /&gt;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&lt;/li&gt;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))}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&lt;/ul&gt;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&lt;/section&gt;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Column;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1188720"/>
            <a:ext cx="35661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inside { }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returns an array of elements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brackets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=&gt; give an implicit return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goes on the outermost element in map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{...task}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spreads every property as a prop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React Fundamentals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Keys Matter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93776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identify items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 React can tell which were added, removed or moved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stable, unique id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your data: task.id, user.email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array index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items can be reordered, inserted or deleted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generate keys during render</a:t>
            </a: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for example Math.random()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only need to be unique among siblings, not globally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669280" y="1143000"/>
            <a:ext cx="3017520" cy="3520440"/>
          </a:xfrm>
          <a:prstGeom prst="roundRect">
            <a:avLst>
              <a:gd name="adj" fmla="val 3030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97880" y="137160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0526" y="15142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897880" y="2057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4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897880" y="2468880"/>
            <a:ext cx="2606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like name tags at a conference. If everyone swaps seats, you still know who is who. Index keys are like seat numbers: they describe the seat, not the person.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React Fundamentals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Rendering Patterns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src/components/TaskCard.jsx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89204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461772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TaskCard({ title, points, done, assignee }) 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(!title) return null;          // 1. early return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&lt;article className={done ? "card done" : "card"}&gt;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&lt;h3&gt;{title}&lt;/h3&gt;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2. ternary: one or the other */}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{done ? &lt;span&gt;Done&lt;/span&gt; : &lt;span&gt;Open&lt;/span&gt;}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3. &amp;&amp;: show or show nothing */}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{assignee &amp;&amp; &lt;p&gt;Assigned to {assignee}&lt;/p&gt;}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{/* Careful: 0 would render as "0" */}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{points &gt; 0 &amp;&amp; &lt;span&gt;{points} pts&lt;/span&gt;}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&lt;/article&gt;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623560" y="1188720"/>
            <a:ext cx="306324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return null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renders nothing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Ternary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chooses between two outputs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shows something or nothing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Trap:</a:t>
            </a: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{count &amp;&amp; ...} shows 0 when count is 0. Compare explicitly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React Fundamentals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91440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09344"/>
            <a:ext cx="438912" cy="43891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3.4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8346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in React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118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a UI like a professional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React Fundamentals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Design to Components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499616" cy="338328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0312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the UI into a hierarchy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34640"/>
            <a:ext cx="11338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boxes around every part. Each box is a component. Nest them.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39696" y="1234440"/>
            <a:ext cx="1499616" cy="338328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22576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322576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322576" y="210312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static version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322576" y="2834640"/>
            <a:ext cx="11338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the design from props only. No interactivity yet.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22192" y="1234440"/>
            <a:ext cx="1499616" cy="338328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05072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05072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005072" y="210312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minimal state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005072" y="2834640"/>
            <a:ext cx="11338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changes over time? Keep only that. Derive the rest.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504688" y="1234440"/>
            <a:ext cx="1499616" cy="338328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87568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87568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687568" y="210312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where state lives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687568" y="2834640"/>
            <a:ext cx="11338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it in the closest common parent of the components that use it.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187184" y="1234440"/>
            <a:ext cx="1499616" cy="3383280"/>
          </a:xfrm>
          <a:prstGeom prst="roundRect">
            <a:avLst>
              <a:gd name="adj" fmla="val 4878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70064" y="1417320"/>
            <a:ext cx="548640" cy="548640"/>
          </a:xfrm>
          <a:prstGeom prst="ellipse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70064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370064" y="210312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inverse data flow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70064" y="2834640"/>
            <a:ext cx="1133856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functions down so children can request changes.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React Fundamentals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Organising a React Project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3520440"/>
          </a:xfrm>
          <a:prstGeom prst="roundRect">
            <a:avLst>
              <a:gd name="adj" fmla="val 2078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98448"/>
            <a:ext cx="7955280" cy="330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components/          reusable UI pieces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TaskCard.jsx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Column.jsx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Board.jsx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Header.jsx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ui/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Button.jsx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Card.jsx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data/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tasks.js           sample data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App.jsx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main.jsx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Conventions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Components: PascalCase   (TaskCard.jsx)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Other modules: camelCase  (formatDate.js)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One component per file, default export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React Fundamentals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3.1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5303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Reusable Component Set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generic Button and Card components that use props, defaults and children.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373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src/components/ui/Button.jsx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Props: variant (primary or secondary, default primary), size, children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className from the props with a template literal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src/components/ui/Card.jsx with title and children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CSS for .btn-primary, .btn-secondary and .card in App.css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a Card containing two Buttons in App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both components in React DevTools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Commit: Add Button and Card UI components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7373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93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24028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renders both variants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shows a title only when one is passed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console warnings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40 min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React Fundamentals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3.2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5303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a Product Catalogue from Static Data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 array of objects into a grid of components with keys and conditions.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373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TaskBoard create src/components/catalogue/products.js with 8 products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product: id, name, price, category, inStock, rating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ProductCard showing name, price and rating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an Out of stock badge only when inStock is false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ProductGrid that maps products to ProductCards with keys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No products message when the array is empty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the grid with CSS Grid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7373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93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24028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cards render in a grid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stock badges appear correctly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array shows the message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40 min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React Fundamentals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1" y="486461"/>
            <a:ext cx="307238" cy="30723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344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3.3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5303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TaskBoard: Static Task List UI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the TaskBoard board from mock data using a clean component tree.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737360"/>
            <a:ext cx="5394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sample tasks to src/data/tasks.js with 8 tasks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Fields: id, title, assignee, points, status (todo, doing, done)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Header showing the app name and total task count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Board that filters tasks into three Columns by status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Column that maps tasks to TaskCards with keys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TaskCard shows title, assignee and points; hide assignee when missing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Nothing here yet in an empty column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the board as three columns; commit and push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26480" y="1737360"/>
            <a:ext cx="2560320" cy="2926080"/>
          </a:xfrm>
          <a:prstGeom prst="roundRect">
            <a:avLst>
              <a:gd name="adj" fmla="val 285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9360" y="1874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when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2240280"/>
            <a:ext cx="22402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columns with correct tasks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in column headings are correct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App.jsx contains only Header and Board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Time: 45 min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React Fundamentals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 Wrap-Up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7548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JSX is JavaScript: { } for expressions, className, closed tags, camelCase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are functions; props are their read-only inputs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enables flexible wrapper components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renders lists; keys must be stable and unique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&amp;&amp;, ternaries and early returns control what appears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components first: hierarchy, then static build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1188720"/>
            <a:ext cx="3200400" cy="347472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15000" y="137160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7646" y="15142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Take-home practice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715000" y="2423160"/>
            <a:ext cx="2788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Footer component and a SummaryBar that shows total tasks, total points and the percentage done. Calculate everything from the tasks array; do not store any totals.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React Fundamentals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Links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Your first component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https://react.dev/learn/your-first-component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Writing markup with JSX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https://react.dev/learn/writing-markup-with-jsx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Passing props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https://react.dev/learn/passing-props-to-a-component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Conditional rendering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https://react.dev/learn/conditional-rendering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Rendering lists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https://react.dev/learn/rendering-lists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Thinking in React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https://react.dev/learn/thinking-in-react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Developer Tools  </a:t>
            </a:r>
            <a:r>
              <a:rPr lang="en-US" sz="1300" u="sng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https://react.dev/learn/react-developer-tools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2803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React Fundamentals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8138160" y="48280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Development Day 3: React Fundamentals</dc:title>
  <dc:subject>PptxGenJS Presentation</dc:subject>
  <dc:creator>PptxGenJS</dc:creator>
  <cp:lastModifiedBy>PptxGenJS</cp:lastModifiedBy>
  <cp:revision>1</cp:revision>
  <dcterms:created xsi:type="dcterms:W3CDTF">2026-09-15T13:24:53Z</dcterms:created>
  <dcterms:modified xsi:type="dcterms:W3CDTF">2026-09-15T13:24:53Z</dcterms:modified>
</cp:coreProperties>
</file>