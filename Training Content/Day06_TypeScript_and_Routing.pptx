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Day 6: two tools almost every professional React team uses. TypeScript: catches mistakes before code runs. React Router: multiple pages, real URLs.</a:t>
            </a:r>
          </a:p>
          <a:p>
            <a:endParaRPr lang="en-US" dirty="0"/>
          </a:p>
          <a:p>
            <a:r>
              <a:rPr lang="en-US" dirty="0"/>
              <a:t>SAY: End of today: TaskBoard fully typed; dashboard, project pages, settings page; protected area needing login.</a:t>
            </a:r>
          </a:p>
          <a:p>
            <a:endParaRPr lang="en-US" dirty="0"/>
          </a:p>
          <a:p>
            <a:r>
              <a:rPr lang="en-US" dirty="0"/>
              <a:t>DO: Confirm all delegates committed and pushed yesterday's work. Renaming files today; clean Git state → mistakes easy to undo.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Run effect once after first mount.</a:t>
            </a:r>
          </a:p>
          <a:p>
            <a:r>
              <a:rPr lang="en-US" dirty="0"/>
              <a:t>2. StrictMode deliberately mounts, unmounts, remounts to reveal missing cleanup.</a:t>
            </a:r>
          </a:p>
          <a:p>
            <a:r>
              <a:rPr lang="en-US" dirty="0"/>
              <a:t>3. Older, slower response arrives after newer one, overwrites it.</a:t>
            </a:r>
          </a:p>
          <a:p>
            <a:r>
              <a:rPr lang="en-US" dirty="0"/>
              <a:t>4. Calculating derived values (full name, filtered list); resetting state after a click.</a:t>
            </a:r>
          </a:p>
          <a:p>
            <a:r>
              <a:rPr lang="en-US" dirty="0"/>
              <a:t>5. Object with current property, persists across renders.</a:t>
            </a:r>
          </a:p>
          <a:p>
            <a:endParaRPr lang="en-US" dirty="0"/>
          </a:p>
          <a:p>
            <a:r>
              <a:rPr lang="en-US" dirty="0"/>
              <a:t>DO: Someone demos useOnlineStatus homework: switch Network tab to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Morning = TypeScript: language first, then components, props, state, Hooks. Afternoon = routing. Labs convert TaskBoard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TypeScript = JavaScript plus type annotations. Checked in editor and at build time; types then removed → browser still runs plain JavaScript. Most React job adverts now list TypeScript as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Last five days: how many bugs = typos in property names, props not passed, numbers actually strings? TypeScript catches most before code runs.</a:t>
            </a:r>
          </a:p>
          <a:p>
            <a:endParaRPr lang="en-US" dirty="0"/>
          </a:p>
          <a:p>
            <a:r>
              <a:rPr lang="en-US" dirty="0"/>
              <a:t>SAY: Far better autocomplete. Type task dot → VS Code lists every field.</a:t>
            </a:r>
          </a:p>
          <a:p>
            <a:endParaRPr lang="en-US" dirty="0"/>
          </a:p>
          <a:p>
            <a:r>
              <a:rPr lang="en-US" dirty="0"/>
              <a:t>SAY: Adds some typing, but infers most types automatically. Mainly annotate function parameters, props, data shapes.</a:t>
            </a:r>
          </a:p>
          <a:p>
            <a:endParaRPr lang="en-US" dirty="0"/>
          </a:p>
          <a:p>
            <a:r>
              <a:rPr lang="en-US" dirty="0"/>
              <a:t>SAY: Important: checks only at development and build time. Does not validate API data at runtime. For that: Zod, Day 8.</a:t>
            </a:r>
          </a:p>
          <a:p>
            <a:endParaRPr lang="en-US" dirty="0"/>
          </a:p>
          <a:p>
            <a:r>
              <a:rPr lang="en-US" dirty="0"/>
              <a:t>ASK: Who has seen "Cannot read properties of undefined" this week? (Most hands.) TypeScript prevents many.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Type annotations: colon after the name. Basic types: string, number, boolean. Arrays: square brackets after item type.</a:t>
            </a:r>
          </a:p>
          <a:p>
            <a:endParaRPr lang="en-US" dirty="0"/>
          </a:p>
          <a:p>
            <a:r>
              <a:rPr lang="en-US" dirty="0"/>
              <a:t>SAY: Rarely annotate variables; type inferred from starting value. count = number (starts as 0) → assigning a string = error.</a:t>
            </a:r>
          </a:p>
          <a:p>
            <a:endParaRPr lang="en-US" dirty="0"/>
          </a:p>
          <a:p>
            <a:r>
              <a:rPr lang="en-US" dirty="0"/>
              <a:t>SAY: Function parameters differ: TypeScript cannot guess what callers pass → always annotate. Return type after brackets optional (inferred); writing it documents intent.</a:t>
            </a:r>
          </a:p>
          <a:p>
            <a:endParaRPr lang="en-US" dirty="0"/>
          </a:p>
          <a:p>
            <a:r>
              <a:rPr lang="en-US" dirty="0"/>
              <a:t>SAY: Two special types: any = type checking off completely, defeats purpose; avoid. unknown = safe alternative when type genuinely not known; must check before use.</a:t>
            </a:r>
          </a:p>
          <a:p>
            <a:endParaRPr lang="en-US" dirty="0"/>
          </a:p>
          <a:p>
            <a:r>
              <a:rPr lang="en-US" dirty="0"/>
              <a:t>DO: Try without a project at typescriptlang.org/play. Uncomment each error line; read message in editor.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Task data now formally defined. interface Task lists every field and type.</a:t>
            </a:r>
          </a:p>
          <a:p>
            <a:endParaRPr lang="en-US" dirty="0"/>
          </a:p>
          <a:p>
            <a:r>
              <a:rPr lang="en-US" dirty="0"/>
              <a:t>SAY: Status = union of string literals: exactly "todo", "doing" or "done". Typo "finshed" → error. Autocomplete suggests the three valid values. Eliminates whole class of Day 3 bugs (tasks landing in no column).</a:t>
            </a:r>
          </a:p>
          <a:p>
            <a:endParaRPr lang="en-US" dirty="0"/>
          </a:p>
          <a:p>
            <a:r>
              <a:rPr lang="en-US" dirty="0"/>
              <a:t>SAY: Question mark → assignee optional. TypeScript then forces handling of undefined, e.g. with ?? operator. tags optional too: TaskBoard tasks from Days 3 to 5 have no tags.</a:t>
            </a:r>
          </a:p>
          <a:p>
            <a:endParaRPr lang="en-US" dirty="0"/>
          </a:p>
          <a:p>
            <a:r>
              <a:rPr lang="en-US" dirty="0"/>
              <a:t>SAY: interface versus type: both describe object shapes, mostly interchangeable. Unions: type only. Team rule: type for unions, interface or type for objects; be consistent. In lab, only the two exported types go into src/types.ts. The t and name lines = usage examples: left in that file, name reported as error (declared but never read) because Vite template turns on noUnusedLocals.</a:t>
            </a:r>
          </a:p>
          <a:p>
            <a:endParaRPr lang="en-US" dirty="0"/>
          </a:p>
          <a:p>
            <a:r>
              <a:rPr lang="en-US" dirty="0"/>
              <a:t>DO: Create src/types.ts in your notes; added to TaskBoard in lab.</a:t>
            </a:r>
          </a:p>
          <a:p>
            <a:endParaRPr lang="en-US" dirty="0"/>
          </a:p>
          <a:p>
            <a:r>
              <a:rPr lang="en-US" dirty="0"/>
              <a:t>ASK: How would you type a task list? (Task[].)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Generics = code that works with many types, still precise. T = placeholder; like a function parameter but for a type.</a:t>
            </a:r>
          </a:p>
          <a:p>
            <a:endParaRPr lang="en-US" dirty="0"/>
          </a:p>
          <a:p>
            <a:r>
              <a:rPr lang="en-US" dirty="0"/>
              <a:t>SAY: firstItem works on arrays of anything. Call with numbers → result is a number. Call with strings → result is a string.</a:t>
            </a:r>
          </a:p>
          <a:p>
            <a:endParaRPr lang="en-US" dirty="0"/>
          </a:p>
          <a:p>
            <a:r>
              <a:rPr lang="en-US" dirty="0"/>
              <a:t>SAY: ApiResult&lt;T&gt; = response whose data can be any shape. ApiResult&lt;Task[]&gt; = response containing tasks.</a:t>
            </a:r>
          </a:p>
          <a:p>
            <a:endParaRPr lang="en-US" dirty="0"/>
          </a:p>
          <a:p>
            <a:r>
              <a:rPr lang="en-US" dirty="0"/>
              <a:t>SAY: Beginners write few generics but use them constantly. useState&lt;Task[]&gt;([]) = state is an array of tasks. Without it, empty array inferred as never[]; adding tasks errors.</a:t>
            </a:r>
          </a:p>
          <a:p>
            <a:endParaRPr lang="en-US" dirty="0"/>
          </a:p>
          <a:p>
            <a:r>
              <a:rPr lang="en-US" dirty="0"/>
              <a:t>KNOWN ISSUE: "Type 'Task' is not assignable to type 'never'". Cause: useState([]) without a generic. Fix: useState&lt;Task[]&gt;([]).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Now TypeScript in React. Files containing JSX: .tsx. Plain TypeScript files: .ts.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Cleanest conversion for a beginner project: generate fresh TypeScript project with react-ts template (all configuration correct), then bring source files across. --eslint flag keeps ESLint as linter, as in rest of course; without it, create-vite now sets up Oxlint.</a:t>
            </a:r>
          </a:p>
          <a:p>
            <a:endParaRPr lang="en-US" dirty="0"/>
          </a:p>
          <a:p>
            <a:r>
              <a:rPr lang="en-US" dirty="0"/>
              <a:t>SAY: Rename component files .jsx → .tsx, other files .js → .ts. Update import paths that include .jsx, or remove extensions from imports entirely.</a:t>
            </a:r>
          </a:p>
          <a:p>
            <a:endParaRPr lang="en-US" dirty="0"/>
          </a:p>
          <a:p>
            <a:r>
              <a:rPr lang="en-US" dirty="0"/>
              <a:t>SAY: Then run TypeScript compiler in check-only mode: lists every error. Expect many at first; most = missing prop types, fixed next.</a:t>
            </a:r>
          </a:p>
          <a:p>
            <a:endParaRPr lang="en-US" dirty="0"/>
          </a:p>
          <a:p>
            <a:r>
              <a:rPr lang="en-US" dirty="0"/>
              <a:t>DO: Demo conversion on one component. VS Code Problems panel (Ctrl+Shift+M or Cmd+Shift+M) lists all errors.</a:t>
            </a:r>
          </a:p>
          <a:p>
            <a:endParaRPr lang="en-US" dirty="0"/>
          </a:p>
          <a:p>
            <a:r>
              <a:rPr lang="en-US" dirty="0"/>
              <a:t>KEEPING HISTORY: Either copy hidden .git folder from taskboard into taskboard-ts (Windows: enable Hidden items in File Explorer's View menu; macOS: press Cmd+Shift+. in Finder), or push new project to same GitHub repo on a new branch. Pick one approach for the room.</a:t>
            </a:r>
          </a:p>
          <a:p>
            <a:endParaRPr lang="en-US" dirty="0"/>
          </a:p>
          <a:p>
            <a:r>
              <a:rPr lang="en-US" dirty="0"/>
              <a:t>KNOWN ISSUE: "is a type and must be imported using a type-only import when verbatimModuleSyntax is enabled". Fix: import type { Task } from "./types".</a:t>
            </a:r>
          </a:p>
          <a:p>
            <a:endParaRPr lang="en-US" dirty="0"/>
          </a:p>
          <a:p>
            <a:r>
              <a:rPr lang="en-US" dirty="0"/>
              <a:t>NOTE: react-ts template splits its config: tsconfig.json only references tsconfig.app.json (your src code) and tsconfig.node.json (vite.config.ts). Plain npx tsc --noEmit → checks nothing, prints nothing; looks like success. Always pass -p tsconfig.app.json, or run npx tsc -b as npm run build does. No src/vite-env.d.ts any more: tsconfig.app.json loads Vite types with "types": ["vite/client"].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Each component gets a Props type = exactly what it accepts. Destructured parameter annotated with it.</a:t>
            </a:r>
          </a:p>
          <a:p>
            <a:endParaRPr lang="en-US" dirty="0"/>
          </a:p>
          <a:p>
            <a:r>
              <a:rPr lang="en-US" dirty="0"/>
              <a:t>SAY: Function props typed as arrow signatures. onStatusChange takes an id and a status, returns nothing = void.</a:t>
            </a:r>
          </a:p>
          <a:p>
            <a:endParaRPr lang="en-US" dirty="0"/>
          </a:p>
          <a:p>
            <a:r>
              <a:rPr lang="en-US" dirty="0"/>
              <a:t>SAY: ReactNode = anything React can render: elements, strings, numbers, arrays, null. Use for children and slot-style props like footer.</a:t>
            </a:r>
          </a:p>
          <a:p>
            <a:endParaRPr lang="en-US" dirty="0"/>
          </a:p>
          <a:p>
            <a:r>
              <a:rPr lang="en-US" dirty="0"/>
              <a:t>SAY: Render TaskCard without task → underlined immediately: Property task is missing. Inside TaskCard, typing task. shows every field.</a:t>
            </a:r>
          </a:p>
          <a:p>
            <a:endParaRPr lang="en-US" dirty="0"/>
          </a:p>
          <a:p>
            <a:r>
              <a:rPr lang="en-US" dirty="0"/>
              <a:t>DO: Convert TaskCard live. Then deliberately pass status="finished" through onStatusChange; union catches it.</a:t>
            </a:r>
          </a:p>
          <a:p>
            <a:endParaRPr lang="en-US" dirty="0"/>
          </a:p>
          <a:p>
            <a:r>
              <a:rPr lang="en-US" dirty="0"/>
              <a:t>TIP: Hover any variable in VS Code → inferred type. Ctrl+click or Cmd+click → type definition.</a:t>
            </a:r>
          </a:p>
          <a:p>
            <a:endParaRPr lang="en-US" dirty="0"/>
          </a:p>
          <a:p>
            <a:r>
              <a:rPr lang="en-US" dirty="0"/>
              <a:t>IF ASKED about React.FC: Older style, used in some codebases. Typing props parameter directly, as shown = simpler, current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State: initial value tells full story (empty string) → let inference work. Does not (empty array or null) → provide a generic.</a:t>
            </a:r>
          </a:p>
          <a:p>
            <a:endParaRPr lang="en-US" dirty="0"/>
          </a:p>
          <a:p>
            <a:r>
              <a:rPr lang="en-US" dirty="0"/>
              <a:t>SAY: Task | null = "a task, or nothing selected". Must check for null before reading selected.title. Exactly the safety we want.</a:t>
            </a:r>
          </a:p>
          <a:p>
            <a:endParaRPr lang="en-US" dirty="0"/>
          </a:p>
          <a:p>
            <a:r>
              <a:rPr lang="en-US" dirty="0"/>
              <a:t>SAY: DOM refs take element type, e.g. HTMLInputElement, HTMLDivElement or HTMLButtonElement; start as null. Ref can be null → optional chaining: inputRef.current?.focus().</a:t>
            </a:r>
          </a:p>
          <a:p>
            <a:endParaRPr lang="en-US" dirty="0"/>
          </a:p>
          <a:p>
            <a:r>
              <a:rPr lang="en-US" dirty="0"/>
              <a:t>SAY: Handlers written as separate functions need event types: ChangeEvent for inputs, SubmitEvent for form submits, MouseEvent for clicks, each with element type. Handler inline in JSX → inferred automatically.</a:t>
            </a:r>
          </a:p>
          <a:p>
            <a:endParaRPr lang="en-US" dirty="0"/>
          </a:p>
          <a:p>
            <a:r>
              <a:rPr lang="en-US" dirty="0"/>
              <a:t>TIP: Unsure of event type? Write handler inline first, hover e, copy type VS Code shows.</a:t>
            </a:r>
          </a:p>
          <a:p>
            <a:endParaRPr lang="en-US" dirty="0"/>
          </a:p>
          <a:p>
            <a:r>
              <a:rPr lang="en-US" dirty="0"/>
              <a:t>KNOWN ISSUE: Older tutorials type submit handlers with FormEvent. Current React types (@types/react 19) mark FormEvent deprecated; VS Code shows strikethrough. Use SubmitEvent&lt;HTMLFormElement&gt; for onSubmit, ChangeEvent for inputs and selects. Code still using FormEvent compiles.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useFetch becomes generic. Caller states expected data shape; every component using it gets full autocomplete on result.</a:t>
            </a:r>
          </a:p>
          <a:p>
            <a:endParaRPr lang="en-US" dirty="0"/>
          </a:p>
          <a:p>
            <a:r>
              <a:rPr lang="en-US" dirty="0"/>
              <a:t>SAY: Return type FetchState&lt;T&gt; documents exactly what Hook provides.</a:t>
            </a:r>
          </a:p>
          <a:p>
            <a:endParaRPr lang="en-US" dirty="0"/>
          </a:p>
          <a:p>
            <a:r>
              <a:rPr lang="en-US" dirty="0"/>
              <a:t>SAY: Warning, worth repeating: useFetch&lt;User[]&gt; = promise you make to TypeScript, not checked. API returns something different → TypeScript will not know. Day 8: Zod validates data at runtime, closes gap.</a:t>
            </a:r>
          </a:p>
          <a:p>
            <a:endParaRPr lang="en-US" dirty="0"/>
          </a:p>
          <a:p>
            <a:r>
              <a:rPr lang="en-US" dirty="0"/>
              <a:t>DO: Convert useLocalStorage the same way:</a:t>
            </a:r>
          </a:p>
          <a:p>
            <a:r>
              <a:rPr lang="en-US" dirty="0"/>
              <a:t>export function useLocalStorage&lt;T&gt;(key: string, initialValue: T) { ... return [value, setValue] as const; }</a:t>
            </a:r>
          </a:p>
          <a:p>
            <a:r>
              <a:rPr lang="en-US" dirty="0"/>
              <a:t>Explain: as const → return is a fixed pair, so destructuring gives right types. If TaskBoard seeds with null as in Lab 5.3, pass type explicitly: useLocalStorage&lt;Task[] | null&gt;("tasks", null). Otherwise T inferred as null and setTasks rejects an array of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Real apps: many screens, each with own URL; bookmarkable, shareable, back button works. React Router provides that in single-page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Traditional website: every link loads new HTML page from server. Single-page app: page loads once; click link → JavaScript changes URL, swaps components on screen. Much faster; state (e.g. half-typed form in a sidebar) can be preserved.</a:t>
            </a:r>
          </a:p>
          <a:p>
            <a:endParaRPr lang="en-US" dirty="0"/>
          </a:p>
          <a:p>
            <a:r>
              <a:rPr lang="en-US" dirty="0"/>
              <a:t>SAY: Router watches URL, decides which components to show. /projects/42 might render Layout with ProjectPage inside, 42 as parameter.</a:t>
            </a:r>
          </a:p>
          <a:p>
            <a:endParaRPr lang="en-US" dirty="0"/>
          </a:p>
          <a:p>
            <a:r>
              <a:rPr lang="en-US" dirty="0"/>
              <a:t>SAY: Nested routes → pages share a layout. Navigation bar rendered once in layout; only inner content changes.</a:t>
            </a:r>
          </a:p>
          <a:p>
            <a:endParaRPr lang="en-US" dirty="0"/>
          </a:p>
          <a:p>
            <a:r>
              <a:rPr lang="en-US" dirty="0"/>
              <a:t>SAY: Several modes. We use data mode with createBrowserRouter; well suited to Vite apps. Framework mode closer to Next.js; that style comes with Next.js, Day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 min</a:t>
            </a:r>
          </a:p>
          <a:p>
            <a:endParaRPr lang="en-US" dirty="0"/>
          </a:p>
          <a:p>
            <a:r>
              <a:rPr lang="en-US" dirty="0"/>
              <a:t>DO: Stop dev server, run npm install react-router, restart.</a:t>
            </a:r>
          </a:p>
          <a:p>
            <a:endParaRPr lang="en-US" dirty="0"/>
          </a:p>
          <a:p>
            <a:r>
              <a:rPr lang="en-US" dirty="0"/>
              <a:t>SAY: createBrowserRouter takes array of route objects; each has a path and an element to render.</a:t>
            </a:r>
          </a:p>
          <a:p>
            <a:endParaRPr lang="en-US" dirty="0"/>
          </a:p>
          <a:p>
            <a:r>
              <a:rPr lang="en-US" dirty="0"/>
              <a:t>SAY: Root route at "/" renders Layout; children render inside Layout. Index route = default child, shown at exactly "/". projects/:projectId matches any value in that position, e.g. /projects/42; value becomes a parameter.</a:t>
            </a:r>
          </a:p>
          <a:p>
            <a:endParaRPr lang="en-US" dirty="0"/>
          </a:p>
          <a:p>
            <a:r>
              <a:rPr lang="en-US" dirty="0"/>
              <a:t>SAY: errorElement renders when no route matches, or when a component or loader in this route or any of its child routes throws an error. Renders in place of Layout → error page has no nav.</a:t>
            </a:r>
          </a:p>
          <a:p>
            <a:endParaRPr lang="en-US" dirty="0"/>
          </a:p>
          <a:p>
            <a:r>
              <a:rPr lang="en-US" dirty="0"/>
              <a:t>SAY: Exclamation mark after getElementById = TypeScript's non-null assertion: we promise root element exists. Vite TS template already includes it.</a:t>
            </a:r>
          </a:p>
          <a:p>
            <a:endParaRPr lang="en-US" dirty="0"/>
          </a:p>
          <a:p>
            <a:r>
              <a:rPr lang="en-US" dirty="0"/>
              <a:t>SAY: Create simple placeholder components for Dashboard, Project, Settings and NotFound in new src/pages folder. Move existing board into Dashboard.</a:t>
            </a:r>
          </a:p>
          <a:p>
            <a:endParaRPr lang="en-US" dirty="0"/>
          </a:p>
          <a:p>
            <a:r>
              <a:rPr lang="en-US" dirty="0"/>
              <a:t>KNOWN ISSUE: Older tutorials import from "react-router-dom". Current React Router versions: everything imported from "react-router", and RouterProvider for the browser from "react-router/dom". react-router-dom in a codebase = the older package name. React Router 8 removed it, so npm install react-router-dom gives you the old version 7. Install react-router and change the imports.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Layout renders parts shared by all pages: navigation, main wrapper. Outlet = placeholder where matched child route appears.</a:t>
            </a:r>
          </a:p>
          <a:p>
            <a:endParaRPr lang="en-US" dirty="0"/>
          </a:p>
          <a:p>
            <a:r>
              <a:rPr lang="en-US" dirty="0"/>
              <a:t>SAY: Link and NavLink render anchor elements but intercept the click → URL changes without page reload. NavLink also knows if it matches current URL, adds an active class; perfect for highlighting current page.</a:t>
            </a:r>
          </a:p>
          <a:p>
            <a:endParaRPr lang="en-US" dirty="0"/>
          </a:p>
          <a:p>
            <a:r>
              <a:rPr lang="en-US" dirty="0"/>
              <a:t>SAY: end prop on the Dashboard link matters. Without it, "/" counts as active on every page, because every URL starts with "/".</a:t>
            </a:r>
          </a:p>
          <a:p>
            <a:endParaRPr lang="en-US" dirty="0"/>
          </a:p>
          <a:p>
            <a:r>
              <a:rPr lang="en-US" dirty="0"/>
              <a:t>SAY: Plain anchor tag with href for internal links → browser does a full reload, wipes all state. Always use Link or NavLink inside your app. Plain anchors for external sites.</a:t>
            </a:r>
          </a:p>
          <a:p>
            <a:endParaRPr lang="en-US" dirty="0"/>
          </a:p>
          <a:p>
            <a:r>
              <a:rPr lang="en-US" dirty="0"/>
              <a:t>DO: Build Layout, click between pages, show no reload: network tab shows no new document request; counter elsewhere on page keeps its value.</a:t>
            </a:r>
          </a:p>
          <a:p>
            <a:endParaRPr lang="en-US" dirty="0"/>
          </a:p>
          <a:p>
            <a:r>
              <a:rPr lang="en-US" dirty="0"/>
              <a:t>ASK: Where does the Dashboard component appear on screen? (Wherever Outlet is placed inside Layout.)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useParams returns object of URL parameters. For /projects/website, projectId is "website".</a:t>
            </a:r>
          </a:p>
          <a:p>
            <a:endParaRPr lang="en-US" dirty="0"/>
          </a:p>
          <a:p>
            <a:r>
              <a:rPr lang="en-US" dirty="0"/>
              <a:t>SAY: Parameters are always strings; TypeScript types them as string | undefined. Ids are numbers → convert with Number(projectId).</a:t>
            </a:r>
          </a:p>
          <a:p>
            <a:endParaRPr lang="en-US" dirty="0"/>
          </a:p>
          <a:p>
            <a:r>
              <a:rPr lang="en-US" dirty="0"/>
              <a:t>SAY: Always handle a non-existent id. Users edit URLs, bookmarks go stale, items get deleted.</a:t>
            </a:r>
          </a:p>
          <a:p>
            <a:endParaRPr lang="en-US" dirty="0"/>
          </a:p>
          <a:p>
            <a:r>
              <a:rPr lang="en-US" dirty="0"/>
              <a:t>SAY: Completely unknown paths like /banana → errorElement from route definition renders. Inside it, useRouteError gives details of what went wrong.</a:t>
            </a:r>
          </a:p>
          <a:p>
            <a:endParaRPr lang="en-US" dirty="0"/>
          </a:p>
          <a:p>
            <a:r>
              <a:rPr lang="en-US" dirty="0"/>
              <a:t>DO: Visit /projects/website, /projects/nope and /banana to show all three cases.</a:t>
            </a:r>
          </a:p>
          <a:p>
            <a:endParaRPr lang="en-US" dirty="0"/>
          </a:p>
          <a:p>
            <a:r>
              <a:rPr lang="en-US" dirty="0"/>
              <a:t>ASK: How would the Project page show only tasks for that project? (Give each task a projectId field and filter by the URL parameter; derived state again.)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Links cover most navigation. Sometimes code needs to navigate: after saving a form, after logging in, or when filters change the URL.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useNavigate returns a function to change URL from code. Use after successful save, login or delete. navigate(-1) = browser back button. { replace: true } replaces current history entry; useful after login so Back does not return to login page.</a:t>
            </a:r>
          </a:p>
          <a:p>
            <a:endParaRPr lang="en-US" dirty="0"/>
          </a:p>
          <a:p>
            <a:r>
              <a:rPr lang="en-US" dirty="0"/>
              <a:t>SAY: useSearchParams = like useState, but value lives in URL query string, e.g. /?q=login. Filtered view → bookmarkable, shareable in a chat, survives refresh.</a:t>
            </a:r>
          </a:p>
          <a:p>
            <a:endParaRPr lang="en-US" dirty="0"/>
          </a:p>
          <a:p>
            <a:r>
              <a:rPr lang="en-US" dirty="0"/>
              <a:t>SAY: Pattern: search text read from URL; visible list derived from it. No extra state.</a:t>
            </a:r>
          </a:p>
          <a:p>
            <a:endParaRPr lang="en-US" dirty="0"/>
          </a:p>
          <a:p>
            <a:r>
              <a:rPr lang="en-US" dirty="0"/>
              <a:t>DO: Move TaskBoard search box to search params. Type a search, copy URL, open in new tab, show same filtered view.</a:t>
            </a:r>
          </a:p>
          <a:p>
            <a:endParaRPr lang="en-US" dirty="0"/>
          </a:p>
          <a:p>
            <a:r>
              <a:rPr lang="en-US" dirty="0"/>
              <a:t>ASK: Advantage of keeping filters in the URL rather than in useState? (Shareable, bookmarkable, survives refresh, and Back undoes a filter change.)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Data mode lets routes load own data. loader function runs before route renders; component reads result with useLoaderData. action function handles form posts for that route.</a:t>
            </a:r>
          </a:p>
          <a:p>
            <a:endParaRPr lang="en-US" dirty="0"/>
          </a:p>
          <a:p>
            <a:r>
              <a:rPr lang="en-US" dirty="0"/>
              <a:t>SAY: Example route: { path: "projects/:projectId", loader: async ({ params }) =&gt; fetchProject(params.projectId), element: &lt;Project /&gt; }.</a:t>
            </a:r>
          </a:p>
          <a:p>
            <a:endParaRPr lang="en-US" dirty="0"/>
          </a:p>
          <a:p>
            <a:r>
              <a:rPr lang="en-US" dirty="0"/>
              <a:t>SAY: Removes the loading-state-in-an-effect pattern from Day 5 for page-level data.</a:t>
            </a:r>
          </a:p>
          <a:p>
            <a:endParaRPr lang="en-US" dirty="0"/>
          </a:p>
          <a:p>
            <a:r>
              <a:rPr lang="en-US" dirty="0"/>
              <a:t>SAY: No loaders in TaskBoard: Day 9 moves to Next.js, which solves same problem with Server Components. Key idea: page data best loaded by route or server, not effects scattered through components.</a:t>
            </a:r>
          </a:p>
          <a:p>
            <a:endParaRPr lang="en-US" dirty="0"/>
          </a:p>
          <a:p>
            <a:r>
              <a:rPr lang="en-US" dirty="0"/>
              <a:t>IF ASKED "Should I use loaders in my own Vite apps?": Yes, a good pattern, or use TanStack Query, covered tomorrow. Many teams combine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Some pages only for logged-in users. Wrapper component checks for a user. None → renders Navigate, redirects to login page. Otherwise renders its children.</a:t>
            </a:r>
          </a:p>
          <a:p>
            <a:endParaRPr lang="en-US" dirty="0"/>
          </a:p>
          <a:p>
            <a:r>
              <a:rPr lang="en-US" dirty="0"/>
              <a:t>SAY: Pass current path in navigation state → after login, login page sends user back where they were: navigate(from ?? "/", { replace: true }).</a:t>
            </a:r>
          </a:p>
          <a:p>
            <a:endParaRPr lang="en-US" dirty="0"/>
          </a:p>
          <a:p>
            <a:r>
              <a:rPr lang="en-US" dirty="0"/>
              <a:t>SAY: Today useAuth = simple mock: custom Hook backed by useLocalStorage, stores fake user object, with login and logout functions. Day 7: move into Context so every component can reach it. Day 9: real Supabase authentication.</a:t>
            </a:r>
          </a:p>
          <a:p>
            <a:endParaRPr lang="en-US" dirty="0"/>
          </a:p>
          <a:p>
            <a:r>
              <a:rPr lang="en-US" dirty="0"/>
              <a:t>SAY: Critical security point: hiding a page in browser is not security. Anyone can open DevTools, change JavaScript. Real protection = server, which must check user on every request. Front-end route protection = user experience.</a:t>
            </a:r>
          </a:p>
          <a:p>
            <a:endParaRPr lang="en-US" dirty="0"/>
          </a:p>
          <a:p>
            <a:r>
              <a:rPr lang="en-US" dirty="0"/>
              <a:t>DO: Build RequireAuth and a Login page with a Log in as demo user button. Visit /settings logged out → redirected; log in → land back on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60 min</a:t>
            </a:r>
          </a:p>
          <a:p>
            <a:endParaRPr lang="en-US" dirty="0"/>
          </a:p>
          <a:p>
            <a:r>
              <a:rPr lang="en-US" dirty="0"/>
              <a:t>SAY: Errors one file at a time: types.ts, then smallest components, then App. Leaf components first → fewer cascading errors.</a:t>
            </a:r>
          </a:p>
          <a:p>
            <a:endParaRPr lang="en-US" dirty="0"/>
          </a:p>
          <a:p>
            <a:r>
              <a:rPr lang="en-US" dirty="0"/>
              <a:t>COMMON ERRORS AND FIXES:</a:t>
            </a:r>
          </a:p>
          <a:p>
            <a:r>
              <a:rPr lang="en-US" dirty="0"/>
              <a:t>1. "Parameter implicitly has an any type": add a type to the function parameter.</a:t>
            </a:r>
          </a:p>
          <a:p>
            <a:r>
              <a:rPr lang="en-US" dirty="0"/>
              <a:t>2. "Property does not exist on type never": useState([]) needs useState&lt;Task[]&gt;([]).</a:t>
            </a:r>
          </a:p>
          <a:p>
            <a:r>
              <a:rPr lang="en-US" dirty="0"/>
              <a:t>3. "'inputRef.current' is possibly 'null'" (older TypeScript versions said "Object is possibly null"): use optional chaining or an if check.</a:t>
            </a:r>
          </a:p>
          <a:p>
            <a:r>
              <a:rPr lang="en-US" dirty="0"/>
              <a:t>4. "Type string is not assignable to type Status": value came from a select's e.target.value. Cast after checking: e.target.value as Status. Explain: casts = a promise to TypeScript; should be rare.</a:t>
            </a:r>
          </a:p>
          <a:p>
            <a:r>
              <a:rPr lang="en-US" dirty="0"/>
              <a:t>5. "must be imported using a type-only import": use import type.</a:t>
            </a:r>
          </a:p>
          <a:p>
            <a:r>
              <a:rPr lang="en-US" dirty="0"/>
              <a:t>6. JSON.parse returns any in useLocalStorage: annotate the result as T.</a:t>
            </a:r>
          </a:p>
          <a:p>
            <a:endParaRPr lang="en-US" dirty="0"/>
          </a:p>
          <a:p>
            <a:r>
              <a:rPr lang="en-US" dirty="0"/>
              <a:t>DO: Walk the room, look for any. Delegate stuck → temporary any with a // TODO comment acceptable, but must be gone before the lab ends.</a:t>
            </a:r>
          </a:p>
          <a:p>
            <a:endParaRPr lang="en-US" dirty="0"/>
          </a:p>
          <a:p>
            <a:r>
              <a:rPr lang="en-US" dirty="0"/>
              <a:t>STRETCH: Enable "noUncheckedIndexedAccess": true in tsconfig.app.json; fix the new errors. Discuss why array[0] can be undefined.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50 min</a:t>
            </a:r>
          </a:p>
          <a:p>
            <a:endParaRPr lang="en-US" dirty="0"/>
          </a:p>
          <a:p>
            <a:r>
              <a:rPr lang="en-US" dirty="0"/>
              <a:t>SAY: Tasks state in one place. Simplest today: useLocalStorage for tasks inside Layout; pass tasks and handlers to child pages through Outlet context:</a:t>
            </a:r>
          </a:p>
          <a:p>
            <a:r>
              <a:rPr lang="en-US" dirty="0"/>
              <a:t>&lt;Outlet context={{ tasks, setTasks }} /&gt;</a:t>
            </a:r>
          </a:p>
          <a:p>
            <a:r>
              <a:rPr lang="en-US" dirty="0"/>
              <a:t>and in a page: const { tasks } = useOutletContext&lt;BoardContext&gt;();</a:t>
            </a:r>
          </a:p>
          <a:p>
            <a:r>
              <a:rPr lang="en-US" dirty="0"/>
              <a:t>Tomorrow: replaced with a proper store.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Blank page after refresh on a deep URL in production: host must serve index.html for all paths. Vite dev handles this automatically. Hosting covered Day 10.</a:t>
            </a:r>
          </a:p>
          <a:p>
            <a:r>
              <a:rPr lang="en-US" dirty="0"/>
              <a:t>2. Links cause full reloads: a plain a tag was used.</a:t>
            </a:r>
          </a:p>
          <a:p>
            <a:r>
              <a:rPr lang="en-US" dirty="0"/>
              <a:t>3. Every nav link is highlighted: missing end on the "/" link.</a:t>
            </a:r>
          </a:p>
          <a:p>
            <a:r>
              <a:rPr lang="en-US" dirty="0"/>
              <a:t>4. useParams returns undefined: route path is missing the colon, or component is rendered outside the route.</a:t>
            </a:r>
          </a:p>
          <a:p>
            <a:endParaRPr lang="en-US" dirty="0"/>
          </a:p>
          <a:p>
            <a:r>
              <a:rPr lang="en-US" dirty="0"/>
              <a:t>STRETCH: Add a Task detail page at /tasks/:taskId that shows and edits one task, then navigates back after saving.</a:t>
            </a:r>
          </a:p>
          <a:p>
            <a:r>
              <a:rPr lang="en-US" dirty="0"/>
              <a:t>BoardContext = type exported from Layout.tsx: export type BoardContext = { tasks: Task[]; setTasks: Dispatch&lt;SetStateAction&lt;Task[]&gt;&gt; }; with import type { Dispatch, SetStateAction } from "react".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35 min</a:t>
            </a:r>
          </a:p>
          <a:p>
            <a:endParaRPr lang="en-US" dirty="0"/>
          </a:p>
          <a:p>
            <a:r>
              <a:rPr lang="en-US" dirty="0"/>
              <a:t>SAY: A mock, not real security. Purpose: learn the routing pattern. Day 9: replace useAuth with Supabase Auth and add server-side checks.</a:t>
            </a:r>
          </a:p>
          <a:p>
            <a:endParaRPr lang="en-US" dirty="0"/>
          </a:p>
          <a:p>
            <a:r>
              <a:rPr lang="en-US" dirty="0"/>
              <a:t>HINT: Reading state in Login:</a:t>
            </a:r>
          </a:p>
          <a:p>
            <a:r>
              <a:rPr lang="en-US" dirty="0"/>
              <a:t>const location = useLocation();</a:t>
            </a:r>
          </a:p>
          <a:p>
            <a:r>
              <a:rPr lang="en-US" dirty="0"/>
              <a:t>const from = (location.state as { from?: string } | null)?.from ?? "/";</a:t>
            </a:r>
          </a:p>
          <a:p>
            <a:endParaRPr lang="en-US" dirty="0"/>
          </a:p>
          <a:p>
            <a:r>
              <a:rPr lang="en-US" dirty="0"/>
              <a:t>KNOWN LIMITATION: Two components calling useAuth each have own state → logging in on Login page may not update Layout until refresh. Perfect motivation for tomorrow's Context lesson. If delegates hit it: note it, refresh for now.</a:t>
            </a:r>
          </a:p>
          <a:p>
            <a:endParaRPr lang="en-US" dirty="0"/>
          </a:p>
          <a:p>
            <a:r>
              <a:rPr lang="en-US" dirty="0"/>
              <a:t>STRETCH: Hide the Settings nav link when logged out. Add a role field and a RequireRole wrapper for an Admin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TaskBoard now typed, multi-page app. Significant step toward professional codebase.</a:t>
            </a:r>
          </a:p>
          <a:p>
            <a:endParaRPr lang="en-US" dirty="0"/>
          </a:p>
          <a:p>
            <a:r>
              <a:rPr lang="en-US" dirty="0"/>
              <a:t>SAY: Pain noticed today: passing tasks through Outlet context; useAuth not sharing state between components. Tomorrow fixes exactly that: Context, useReducer, Zustand and TanStack Query.</a:t>
            </a:r>
          </a:p>
          <a:p>
            <a:endParaRPr lang="en-US" dirty="0"/>
          </a:p>
          <a:p>
            <a:r>
              <a:rPr lang="en-US" dirty="0"/>
              <a:t>SAY: Tonight's homework practises useParams and typed components. Push your work when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Reference only</a:t>
            </a:r>
          </a:p>
          <a:p>
            <a:endParaRPr lang="en-US" dirty="0"/>
          </a:p>
          <a:p>
            <a:r>
              <a:rPr lang="en-US" dirty="0"/>
              <a:t>SAY: React TypeScript Cheatsheet = community resource answering almost every "how do I type this?" question. Keep it bookmarked.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hyperlink" Target="https://www.typescriptlang.org/docs/handbook/intro.html" TargetMode="External"/><Relationship Id="rId2" Type="http://schemas.openxmlformats.org/officeDocument/2006/relationships/hyperlink" Target="https://www.typescriptlang.org/play" TargetMode="External"/><Relationship Id="rId3" Type="http://schemas.openxmlformats.org/officeDocument/2006/relationships/hyperlink" Target="https://react.dev/learn/typescript" TargetMode="External"/><Relationship Id="rId4" Type="http://schemas.openxmlformats.org/officeDocument/2006/relationships/hyperlink" Target="https://react-typescript-cheatsheet.netlify.app/" TargetMode="External"/><Relationship Id="rId5" Type="http://schemas.openxmlformats.org/officeDocument/2006/relationships/hyperlink" Target="https://reactrouter.com/home" TargetMode="External"/><Relationship Id="rId6" Type="http://schemas.openxmlformats.org/officeDocument/2006/relationships/hyperlink" Target="https://reactrouter.com/start/data/routing" TargetMode="External"/><Relationship Id="rId7" Type="http://schemas.openxmlformats.org/officeDocument/2006/relationships/hyperlink" Target="https://vite.dev/guide/features#typescript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29844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DEVELOPMENT: BEGINNER TO PROFESSIONAL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and Routing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type safety to React code and turn TaskBoard into a multi-page application.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Day 5 Knowledge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an empty dependency array mean?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effects run twice in development?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race condition in data fetching?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example of an effect you do not need.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useRef return?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essentials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with React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Router: pages, layouts and URL parameters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patterns and protected routes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TaskBoard to TypeScript, add pages, protect routes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Essentials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with a safety net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TypeScript?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bugs as you type: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misspelled properties, wrong argument types, missing values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autocomplete: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Code knows every property of your objects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component's props are listed in its type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refactoring: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rename a field and see every place that breaks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React projects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disappear at build time: zero runtime cost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task.titel is a silent undefined in JavaScript. In TypeScript it is a red underline before you save.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Types and Inference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types-demo.ts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035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0292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title: string = "Write tests";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points: number = 5;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done: boolean = false;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tags: string[] = ["qa", "urgent"];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Inference: TypeScript works it out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 = 0;          // number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 = "many";      // Error: string is not number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addPoints(a: number, b: number): number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a + b;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addPoints(2, 3);        // OK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addPoints("2", 3);   // Error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log = (msg: string): void =&gt; console.log(msg);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188720"/>
            <a:ext cx="2651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type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annotates a value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string[] or Array&lt;string&gt;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means you rarely annotate variables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type function parameters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means returns nothing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Types, Unions and Optional Fields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src/types.ts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47294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1986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type Status = "todo" | "doing" | "done";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interface Task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title: string;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Status;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points: number;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assignee?: string;         // optional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tags?: string[];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t: Task =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"1", title: "Plan", status: "todo",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points: 3, tags: [],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t.status = "finished";  // Error: not a Status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t.assignee ?? "Unassigned";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204460" y="1188720"/>
            <a:ext cx="34823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 object shapes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|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allows one of several values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unions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 magic strings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marks an optional property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shared types in src/types.ts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Generics: Types with Parameters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generics-demo.ts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787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2044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function that works for any item type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firstItem&lt;T&gt;(items: T[]): T | undefined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items[0];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 = firstItem([1, 2, 3]);         // number | undefined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 = firstItem(["a", "b"]);       // string | undefined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generic API response wrapper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ApiResult&lt;T&gt;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string | null;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res: ApiResult&lt;Task[]&gt; = { data: [], error: null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You already use generics in React: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 useState&lt;Task[]&gt;([]);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0300" y="1188720"/>
            <a:ext cx="24765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placeholder type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in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the caller or inferred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type information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flowing through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useState&lt;Task[]&gt; is a generic call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with React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props, state, events and Hooks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TaskBoard to TypeScript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298" y="1192378"/>
            <a:ext cx="175565" cy="17556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68680" y="1097280"/>
            <a:ext cx="365760" cy="36576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778" y="1192378"/>
            <a:ext cx="175565" cy="17556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and macOS: same commands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457200" y="1572768"/>
            <a:ext cx="8229600" cy="2560320"/>
          </a:xfrm>
          <a:prstGeom prst="roundRect">
            <a:avLst>
              <a:gd name="adj" fmla="val 285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94360" y="1682496"/>
            <a:ext cx="795528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react-course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taskboard-ts -- --template react-ts --eslint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taskboard-ts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copy src files from taskboard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rename .jsx to .tsx and .js to .ts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tsc --noEmit -p tsconfig.app.json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245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.git folder too if you want to keep history in the same repository. tsc --noEmit lists every type error without building.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Props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src/components/TaskCard.tsx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758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7015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ReactNode } from "react";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Task, Status } from "../types";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TaskCardProps =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task: Task;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onStatusChange: (id: string, status: Status) =&gt; void;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onDelete?: (id: string) =&gt; void;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footer?: ReactNode;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TaskCard({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task, onStatusChange, onDelete, footer,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}: TaskCardProps)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&lt;h3&gt;{task.title}&lt;/h3&gt;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{footer}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07380" y="1188720"/>
            <a:ext cx="29794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Props type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component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props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describe parameters and return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props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ReactNode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types anything renderable, including children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props become errors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State, Events and Refs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src/components/AddTaskForm.tsx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435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8691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useRef, useState } from "react";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ChangeEvent, SubmitEvent } from "react";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[title, setTitle] = useState("");      // inferred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[tasks, setTasks] = useState&lt;Task[]&gt;([]);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[selected, setSelected] =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useState&lt;Task | null&gt;(null);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inputRef = useRef&lt;HTMLInputElement&gt;(null);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handleChange(e: ChangeEvent&lt;HTMLInputElement&gt;)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setTitle(e.target.value);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handleSubmit(e: SubmitEvent&lt;HTMLFormElement&gt;)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e.preventDefault();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inputRef.current?.focus();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75020" y="1188720"/>
            <a:ext cx="28117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state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inferred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arrays and null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need a generic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types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from react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refs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element type, start as null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handlers infer event types automatically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Typing Custom Hooks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src/hooks/useFetch.ts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273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9530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FetchState&lt;T&gt; =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T | null;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string | null;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loading: boolean;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useFetch&lt;T&gt;(url: string): FetchState&lt;T&gt;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[data, setData] = useState&lt;T | null&gt;(null);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[error, setError] = useState&lt;string | null&gt;(null);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[loading, setLoading] = useState(true);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...effect unchanged from Day 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 data, error, loading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Usage: the caller chooses 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User = { id: number; name: string };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data } = useFetch&lt;User[]&gt;(`${API}/users`);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data is User[] | null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958840" y="1188720"/>
            <a:ext cx="27279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Hooks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 callers choose the data type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type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documents the Hook's API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useLocalStorage&lt;T&gt;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follows the same pattern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types do not validate API data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pages in a single-page application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Routing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HTML page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many views chosen by the URL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update the URL without a full page reload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matches the URL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component tree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and forward buttons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bookmarks keep working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routes</a:t>
            </a: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 layouts such as a navbar and sidebar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is the most widely used routing library for React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Looking ahead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on Day 9 uses file-based routing instead. The concepts, layouts, params and links, carry straight over.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Routes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src/main.tsx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createBrowserRouter } from "react-router";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RouterProvider } from "react-router/dom";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router = createBrowserRouter([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path: "/",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element: &lt;Layout /&gt;,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errorElement: &lt;NotFound /&gt;,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children: [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index: true, element: &lt;Dashboard /&gt;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path: "projects/:projectId", element: &lt;Project /&gt;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 path: "settings", element: &lt;Settings /&gt;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createRoot(document.getElementById("root")!).render(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&lt;RouterProvider router={router}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188720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npm install react-router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nest inside the parent's layout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 shows at the parent path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:projectId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URL parameter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errorElement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catches bad URLs and errors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Layouts, Links and Outlet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src/pages/Layout.tsx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1435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8691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NavLink, Outlet } from "react-router";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Layout()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className="app"&gt;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&lt;nav&gt;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&lt;NavLink to="/" end&gt;Dashboard&lt;/NavLink&gt;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&lt;NavLink to="/projects/website"&gt;Website&lt;/NavLink&gt;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&lt;NavLink to="/settings"&gt;Settings&lt;/NavLink&gt;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&lt;/nav&gt;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&lt;Outlet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&lt;/main&gt;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CSS: nav a.active { font-weight: bold; } */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875020" y="1188720"/>
            <a:ext cx="281178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Outlet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where child routes render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/ NavLink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navigate without reloading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NavLink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adds an active class automatically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stops / matching every URL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a plain &lt;a&gt; for internal links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Parameters and Not Found Pages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src/pages/Project.tsx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7607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4864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useParams, Link } from "react-router";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Project()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projectId } = useParams();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project = projects.find((p) =&gt; p.id === projectId);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(!project)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&lt;section&gt;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&lt;h1&gt;Project not found&lt;/h1&gt;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&lt;Link to="/"&gt;Back to dashboard&lt;/Link&gt;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&lt;/section&gt;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&lt;h1&gt;{project.name}&lt;/h1&gt;;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188720"/>
            <a:ext cx="21945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useParams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:params from the URL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are strings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undefined)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unknown ids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gracefully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URLs show errorElement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Patterns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 navigation, search params and protected routes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useNavigate and useSearchParams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src/pages/Dashboard.tsx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1206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useNavigate, useSearchParams } from "react-router";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navigate = useNavigate();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[searchParams, setSearchParams] = useSearchParams();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q = searchParams.get("q") ?? "";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visible = tasks.filter((t) =&gt;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t.title.toLowerCase().includes(q.toLowerCase())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handleSearch(value: string)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setSearchParams(value ? { q: value } : {});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handleCreated(id: string)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navigate(`/tasks/${id}`);       // go somewhere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navigate(-1) goes back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188720"/>
            <a:ext cx="25603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navigate(path)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moves after an action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params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after ? in the URL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 the URL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be shared and bookmarked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URL becomes your state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Loaders and Actions: A Preview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loader: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function on a route that fetches data before the page renders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useLoaderData()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reads that data inside the component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function on a route that handles form submissions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loading flicker, fewer effects, data and route defined together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Next.js Server Components and Server Actions on Day 9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is moving data fetching out of effects and closer to the route or server. You will see this pattern again tomorrow and on Day 9.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src/components/RequireAuth.tsx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97586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70154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type { ReactNode } from "react";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Navigate, useLocation } from "react-router";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useAuth } from "../hooks/useAuth";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function RequireAuth(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children }: { children: ReactNode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user } = useAuth();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location = useLocation();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(!user)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&lt;Navigate to="/login" replace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state={{ from: location.pathname }} /&gt;;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children;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Route: { path: "settings",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element: &lt;RequireAuth&gt;&lt;Settings /&gt;&lt;/RequireAuth&gt; 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707380" y="1188720"/>
            <a:ext cx="29794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component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checks for a user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redirects during render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state.from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lets login send users back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checks are UX only: the server must enforce security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TaskBoard to TypeScript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TaskBoard compiles with zero type errors.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taskboard-ts with the react-ts template and bring your history across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src into the new project; rename files to .tsx and .ts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src/types.ts with Status and Task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Props type to every component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generics to useState, useLocalStorage and useFetch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event handlers and refs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npx tsc --noEmit -p tsconfig.app.json until it reports nothing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app, test every feature, 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reports zero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any types in your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Day 5 features still work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60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Multi-Page TaskBoard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routing with a shared layout, dashboard, project pages and settings.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react-router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src/pages with Layout, Dashboard, Project, Settings and NotFound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routes with createBrowserRouter in main.tsx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projectId to the Task type and sample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all tasks; Project shows only that project's tasks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NavLinks for each project and highlight the active page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search into the URL with useSearchParams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Back, refresh and unknown URLs; 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has its own URL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Refreshing any page 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projects and paths show friendly pages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50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6.3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 Routes with a Mock Login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logged-in users can reach Settings, and login returns them to where they were.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src/hooks/useAuth.ts with user, login(name) and logout()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the user with useLocalStorage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Login page with a name input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RequireAuth and wrap the Settings route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back to state.from after login with replace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user's name and a Log out button in the Layout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logged out, direct URL, login, logout; 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redirects when logged 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returns to the original page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button does not return to Login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6 Wrap-Up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catches errors in the editor, before the code runs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Unions and optional fields model real data precisely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props, empty state, events and refs; let inference do the rest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maps URLs to nested components with shared layouts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and navigate change pages without reloading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protection in the browser is UX; the server enforces security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6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4231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Task detail page at /tasks/:taskId with typed props and an edit form. Then add a typed breadcrumb component that shows Dashboard &gt; Project &gt; Task based on the current URL.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Handbook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https://www.typescriptlang.org/docs/handbook/intro.html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Playground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https://www.typescriptlang.org/play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Using TypeScript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https://react.dev/learn/typescript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TypeScript Cheatsheet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https://react-typescript-cheatsheet.netlify.app/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docs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https://reactrouter.com/home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Router: Data mode routing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https://reactrouter.com/start/data/routing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Vite: TypeScript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https://vite.dev/guide/features#typescript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 |  TypeScript and Routing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Development Day 6: TypeScript and Routing</dc:title>
  <dc:subject>PptxGenJS Presentation</dc:subject>
  <dc:creator>PptxGenJS</dc:creator>
  <cp:lastModifiedBy>PptxGenJS</cp:lastModifiedBy>
  <cp:revision>1</cp:revision>
  <dcterms:created xsi:type="dcterms:W3CDTF">2026-09-15T13:24:53Z</dcterms:created>
  <dcterms:modified xsi:type="dcterms:W3CDTF">2026-09-15T13:24:53Z</dcterms:modified>
</cp:coreProperties>
</file>