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</a:t>
            </a:r>
          </a:p>
          <a:p>
            <a:endParaRPr lang="en-US" dirty="0"/>
          </a:p>
          <a:p>
            <a:r>
              <a:rPr lang="en-US" dirty="0"/>
              <a:t>SAY: Day 5 = halfway point. React core known: components, props, state. Today: connect React to world outside it: servers, timers, browser storage, the DOM itself.</a:t>
            </a:r>
          </a:p>
          <a:p>
            <a:endParaRPr lang="en-US" dirty="0"/>
          </a:p>
          <a:p>
            <a:r>
              <a:rPr lang="en-US" dirty="0"/>
              <a:t>SAY: By end of today TaskBoard remembers tasks after refresh; loads starter data from an API. Also write first custom Hooks.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 min</a:t>
            </a:r>
          </a:p>
          <a:p>
            <a:endParaRPr lang="en-US" dirty="0"/>
          </a:p>
          <a:p>
            <a:r>
              <a:rPr lang="en-US" dirty="0"/>
              <a:t>ANSWERS:</a:t>
            </a:r>
          </a:p>
          <a:p>
            <a:r>
              <a:rPr lang="en-US" dirty="0"/>
              <a:t>1. Schedules new value; triggers re-render.</a:t>
            </a:r>
          </a:p>
          <a:p>
            <a:r>
              <a:rPr lang="en-US" dirty="0"/>
              <a:t>2. onClick={() =&gt; handleDelete(task.id)}</a:t>
            </a:r>
          </a:p>
          <a:p>
            <a:r>
              <a:rPr lang="en-US" dirty="0"/>
              <a:t>3. Value comes from state; onChange updates that state.</a:t>
            </a:r>
          </a:p>
          <a:p>
            <a:r>
              <a:rPr lang="en-US" dirty="0"/>
              <a:t>4. prev.map((t) =&gt; t.id === id ? { ...t, ...changes } : t)</a:t>
            </a:r>
          </a:p>
          <a:p>
            <a:r>
              <a:rPr lang="en-US" dirty="0"/>
              <a:t>5. Value calculated from existing state or props during render. Cannot get out of sync.</a:t>
            </a:r>
          </a:p>
          <a:p>
            <a:endParaRPr lang="en-US" dirty="0"/>
          </a:p>
          <a:p>
            <a:r>
              <a:rPr lang="en-US" dirty="0"/>
              <a:t>DO: Ask delegate to show Clear completed homework. Should be one line: setTasks((prev) =&gt; prev.filter((t) =&gt; !t.done)) or status equivalent.</a:t>
            </a:r>
          </a:p>
          <a:p>
            <a:endParaRPr lang="en-US" dirty="0"/>
          </a:p>
          <a:p>
            <a:r>
              <a:rPr lang="en-US" dirty="0"/>
              <a:t>DO: Demo today's problem: add task, refresh page → task disappears.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</a:t>
            </a:r>
          </a:p>
          <a:p>
            <a:endParaRPr lang="en-US" dirty="0"/>
          </a:p>
          <a:p>
            <a:r>
              <a:rPr lang="en-US" dirty="0"/>
              <a:t>SAY: useEffect = powerful; also most misused Hook in React. Learn when to use it and when not to. Then: fetch data properly; access DOM elements with refs; finish by packaging logic into custom Hooks → clean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Rendering should be pure: take props and state, return JSX, nothing else. But apps must fetch data, set timers, save to storage = side effects; useEffect is where they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Side effect = anything component does that reaches outside React: calling an API, starting a timer, writing to localStorage, changing document.title, subscribing to a WebSocket.</a:t>
            </a:r>
          </a:p>
          <a:p>
            <a:endParaRPr lang="en-US" dirty="0"/>
          </a:p>
          <a:p>
            <a:r>
              <a:rPr lang="en-US" dirty="0"/>
              <a:t>SAY: Why not directly in component body? Body runs on every render, possibly many times; React may render without committing to screen. Side effects there → duplicate requests, unpredictable behaviour.</a:t>
            </a:r>
          </a:p>
          <a:p>
            <a:endParaRPr lang="en-US" dirty="0"/>
          </a:p>
          <a:p>
            <a:r>
              <a:rPr lang="en-US" dirty="0"/>
              <a:t>SAY: useEffect runs code after React has updated the screen. Best mental model = synchronisation: "keep this outside system in sync with this state". E.g. keep browser tab title in sync with number of open tasks.</a:t>
            </a:r>
          </a:p>
          <a:p>
            <a:endParaRPr lang="en-US" dirty="0"/>
          </a:p>
          <a:p>
            <a:r>
              <a:rPr lang="en-US" dirty="0"/>
              <a:t>SAY: Important distinction. Happens because user did something (e.g. clicking Save) → event handler. Effects = things that must happen because component is showing, or because some value changed.</a:t>
            </a:r>
          </a:p>
          <a:p>
            <a:endParaRPr lang="en-US" dirty="0"/>
          </a:p>
          <a:p>
            <a:r>
              <a:rPr lang="en-US" dirty="0"/>
              <a:t>ASK: Saving a task to the server when user clicks Save: effect or event handler? (Event handler.)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useEffect takes two arguments. First = function containing the side effect. Second = dependency array: list of values the effect uses.</a:t>
            </a:r>
          </a:p>
          <a:p>
            <a:endParaRPr lang="en-US" dirty="0"/>
          </a:p>
          <a:p>
            <a:r>
              <a:rPr lang="en-US" dirty="0"/>
              <a:t>SAY: After each render React compares dependencies with values from previous render. Any changed → effect runs again. Here: openCount changes → tab title updates.</a:t>
            </a:r>
          </a:p>
          <a:p>
            <a:endParaRPr lang="en-US" dirty="0"/>
          </a:p>
          <a:p>
            <a:r>
              <a:rPr lang="en-US" dirty="0"/>
              <a:t>DO: Add to TaskBoard's Header. TaskBoard tasks use status instead of done since Lab 3.3, so in capstone count open tasks with tasks.filter((t) =&gt; t.status !== "done").length. Add and complete tasks; watch browser tab title change.</a:t>
            </a:r>
          </a:p>
          <a:p>
            <a:endParaRPr lang="en-US" dirty="0"/>
          </a:p>
          <a:p>
            <a:r>
              <a:rPr lang="en-US" dirty="0"/>
              <a:t>SAY: ESLint plugin for React Hooks (included because we chose ESLint when creating the project with Vite) warns on a forgotten dependency. Take warnings seriously; missing dependency = effect uses stale values.</a:t>
            </a:r>
          </a:p>
          <a:p>
            <a:endParaRPr lang="en-US" dirty="0"/>
          </a:p>
          <a:p>
            <a:r>
              <a:rPr lang="en-US" dirty="0"/>
              <a:t>ASK: What if openCount were missing from the dependency array but the array was empty? (Title set once on first load; never updates.)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Three forms of dependency array.</a:t>
            </a:r>
          </a:p>
          <a:p>
            <a:endParaRPr lang="en-US" dirty="0"/>
          </a:p>
          <a:p>
            <a:r>
              <a:rPr lang="en-US" dirty="0"/>
              <a:t>SAY: With values: runs on mount and whenever those values change. Normal case. Include every prop, state value and function from the component that the effect reads.</a:t>
            </a:r>
          </a:p>
          <a:p>
            <a:endParaRPr lang="en-US" dirty="0"/>
          </a:p>
          <a:p>
            <a:r>
              <a:rPr lang="en-US" dirty="0"/>
              <a:t>SAY: Empty array: runs once when component mounts. In development StrictMode deliberately mounts, unmounts and remounts components → mount effects run twice. Intentional; exposes missing cleanup.</a:t>
            </a:r>
          </a:p>
          <a:p>
            <a:endParaRPr lang="en-US" dirty="0"/>
          </a:p>
          <a:p>
            <a:r>
              <a:rPr lang="en-US" dirty="0"/>
              <a:t>SAY: No array: runs after every render. If effect sets state → infinite loop: render, effect, set state, render, effect, forever. Counter races upwards; React logs "Maximum update depth exceeded" error in console over and over.</a:t>
            </a:r>
          </a:p>
          <a:p>
            <a:endParaRPr lang="en-US" dirty="0"/>
          </a:p>
          <a:p>
            <a:r>
              <a:rPr lang="en-US" dirty="0"/>
              <a:t>DO: Demo infinite loop carefully: useEffect(() =&gt; setCount(count + 1)); Show counter racing and the warning; fix immediately.</a:t>
            </a:r>
          </a:p>
          <a:p>
            <a:endParaRPr lang="en-US" dirty="0"/>
          </a:p>
          <a:p>
            <a:r>
              <a:rPr lang="en-US" dirty="0"/>
              <a:t>ASK: Effect reads userId. What goes in the array? ([userId].)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</a:t>
            </a:r>
          </a:p>
          <a:p>
            <a:endParaRPr lang="en-US" dirty="0"/>
          </a:p>
          <a:p>
            <a:r>
              <a:rPr lang="en-US" dirty="0"/>
              <a:t>SAY: Effect starts something → must stop it. Return a cleanup function from the effect.</a:t>
            </a:r>
          </a:p>
          <a:p>
            <a:endParaRPr lang="en-US" dirty="0"/>
          </a:p>
          <a:p>
            <a:r>
              <a:rPr lang="en-US" dirty="0"/>
              <a:t>SAY: React calls cleanup before running the effect again and when component is removed from the page. No cleanup → timer keeps running after its component is gone; event listeners pile up → memory leaks, strange bugs.</a:t>
            </a:r>
          </a:p>
          <a:p>
            <a:endParaRPr lang="en-US" dirty="0"/>
          </a:p>
          <a:p>
            <a:r>
              <a:rPr lang="en-US" dirty="0"/>
              <a:t>SAY: Clock starts an interval; clears it in cleanup. Second example subscribes to window resize events; unsubscribes in cleanup. Second one already written as a custom Hook; formalised in Module 5.4.</a:t>
            </a:r>
          </a:p>
          <a:p>
            <a:endParaRPr lang="en-US" dirty="0"/>
          </a:p>
          <a:p>
            <a:r>
              <a:rPr lang="en-US" dirty="0"/>
              <a:t>DO: Render Clock conditionally with a Show clock toggle. Add console.log inside the interval. Hide clock → log stops. Remove cleanup, repeat → log continues forever. No warning: React 18 removed the 'state update on an unmounted component' warning, so leak is silent = why cleanup matters.</a:t>
            </a:r>
          </a:p>
          <a:p>
            <a:endParaRPr lang="en-US" dirty="0"/>
          </a:p>
          <a:p>
            <a:r>
              <a:rPr lang="en-US" dirty="0"/>
              <a:t>SAY: Why StrictMode mounts twice in development. Cleanup correct → you will not notice. Cleanup missing → duplicated timers or subscriptions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Slide based on React docs page "You Might Not Need an Effect"; saves you from many bugs.</a:t>
            </a:r>
          </a:p>
          <a:p>
            <a:endParaRPr lang="en-US" dirty="0"/>
          </a:p>
          <a:p>
            <a:r>
              <a:rPr lang="en-US" dirty="0"/>
              <a:t>SAY: Left: effect copies derived data into state. Works, but causes extra render with stale data first; adds state that can drift. Right: calculate value during render. Faster, simpler.</a:t>
            </a:r>
          </a:p>
          <a:p>
            <a:endParaRPr lang="en-US" dirty="0"/>
          </a:p>
          <a:p>
            <a:r>
              <a:rPr lang="en-US" dirty="0"/>
              <a:t>SAY: Rules of thumb. Transforming data for display → calculate during render. Happens because of user action → event handler. Need to reset state when a prop changes → give component a key so React remounts it.</a:t>
            </a:r>
          </a:p>
          <a:p>
            <a:endParaRPr lang="en-US" dirty="0"/>
          </a:p>
          <a:p>
            <a:r>
              <a:rPr lang="en-US" dirty="0"/>
              <a:t>SAY: Effects = synchronising with external systems. No external system involved → probably do not need one.</a:t>
            </a:r>
          </a:p>
          <a:p>
            <a:endParaRPr lang="en-US" dirty="0"/>
          </a:p>
          <a:p>
            <a:r>
              <a:rPr lang="en-US" dirty="0"/>
              <a:t>ASK: A filteredTasks effect that runs when search changes: needed? (No. Derive filteredTasks during render, as on Day 4.)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Loading data when a component appears = most common real-world use of useEffect. Day 7: replace hand-written fetching with TanStack Query. Day 9: Next.js Server Components fetch data without effects at all. Manual version first → those tools much clearer.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Every data request has three possible states: loading, success, error. Model each with state.</a:t>
            </a:r>
          </a:p>
          <a:p>
            <a:endParaRPr lang="en-US" dirty="0"/>
          </a:p>
          <a:p>
            <a:r>
              <a:rPr lang="en-US" dirty="0"/>
              <a:t>SAY: Effect function itself cannot be marked async: async function returns a promise; React expects effect to return nothing or a cleanup function. So define an async function inside the effect and call it straight away.</a:t>
            </a:r>
          </a:p>
          <a:p>
            <a:endParaRPr lang="en-US" dirty="0"/>
          </a:p>
          <a:p>
            <a:r>
              <a:rPr lang="en-US" dirty="0"/>
              <a:t>SAY: Body = Day 2 fetch pattern: try, check res.ok, parse JSON, catch errors, turn loading off in finally.</a:t>
            </a:r>
          </a:p>
          <a:p>
            <a:endParaRPr lang="en-US" dirty="0"/>
          </a:p>
          <a:p>
            <a:r>
              <a:rPr lang="en-US" dirty="0"/>
              <a:t>SAY: Empty dependency array = runs once when UserList appears.</a:t>
            </a:r>
          </a:p>
          <a:p>
            <a:endParaRPr lang="en-US" dirty="0"/>
          </a:p>
          <a:p>
            <a:r>
              <a:rPr lang="en-US" dirty="0"/>
              <a:t>DO: Build with const API = "https://jsonplaceholder.typicode.com" at top of file. Render users on next slide.</a:t>
            </a:r>
          </a:p>
          <a:p>
            <a:endParaRPr lang="en-US" dirty="0"/>
          </a:p>
          <a:p>
            <a:r>
              <a:rPr lang="en-US" dirty="0"/>
              <a:t>DO: DevTools Network tab throttling set to Slow 4G → loading state visible.</a:t>
            </a:r>
          </a:p>
          <a:p>
            <a:endParaRPr lang="en-US" dirty="0"/>
          </a:p>
          <a:p>
            <a:r>
              <a:rPr lang="en-US" dirty="0"/>
              <a:t>KNOWN ISSUE: Two identical requests in Network tab = StrictMode's development double-mount. Will not happen in production; next slide handles it properly with cleanup.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</a:t>
            </a:r>
          </a:p>
          <a:p>
            <a:endParaRPr lang="en-US" dirty="0"/>
          </a:p>
          <a:p>
            <a:r>
              <a:rPr lang="en-US" dirty="0"/>
              <a:t>SAY: Subtle bug. User clicks user 1, then quickly user 2. Request 1 slow; finishes after request 2 → screen shows user 1's posts while user 2 selected = race condition.</a:t>
            </a:r>
          </a:p>
          <a:p>
            <a:endParaRPr lang="en-US" dirty="0"/>
          </a:p>
          <a:p>
            <a:r>
              <a:rPr lang="en-US" dirty="0"/>
              <a:t>SAY: Fix: cancel old request in cleanup function. AbortController is built into the browser; pass its signal to fetch. userId changes → React runs cleanup first → aborts previous request. Aborted fetch rejects with an AbortError, deliberately ignored.</a:t>
            </a:r>
          </a:p>
          <a:p>
            <a:endParaRPr lang="en-US" dirty="0"/>
          </a:p>
          <a:p>
            <a:r>
              <a:rPr lang="en-US" dirty="0"/>
              <a:t>SAY: userId in dependency array: every change → old request cancelled, new one starts.</a:t>
            </a:r>
          </a:p>
          <a:p>
            <a:endParaRPr lang="en-US" dirty="0"/>
          </a:p>
          <a:p>
            <a:r>
              <a:rPr lang="en-US" dirty="0"/>
              <a:t>SAY: A lot of code to get right every time. Why teams use data-fetching libraries like TanStack Query: handle caching, cancellation, retries and race conditions for you. Day 7.</a:t>
            </a:r>
          </a:p>
          <a:p>
            <a:endParaRPr lang="en-US" dirty="0"/>
          </a:p>
          <a:p>
            <a:r>
              <a:rPr lang="en-US" dirty="0"/>
              <a:t>DO: Show user dropdown that changes userId, throttling on; watch cancelled requests appear in Network tab as "(canceled)".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Professional UI handles all four outcomes: loading, error, empty, success. Beginners often build only success → users see blank screen whenever anything goes wrong.</a:t>
            </a:r>
          </a:p>
          <a:p>
            <a:endParaRPr lang="en-US" dirty="0"/>
          </a:p>
          <a:p>
            <a:r>
              <a:rPr lang="en-US" dirty="0"/>
              <a:t>SAY: Early returns keep it tidy. Check loading first, then error, then empty, finally render the list.</a:t>
            </a:r>
          </a:p>
          <a:p>
            <a:endParaRPr lang="en-US" dirty="0"/>
          </a:p>
          <a:p>
            <a:r>
              <a:rPr lang="en-US" dirty="0"/>
              <a:t>SAY: retry = function you write: resets error, sets loading to true, calls load again. Move load outside the effect, or use a retryCount state as an effect dependency. TanStack Query gives a refetch function for free.</a:t>
            </a:r>
          </a:p>
          <a:p>
            <a:endParaRPr lang="en-US" dirty="0"/>
          </a:p>
          <a:p>
            <a:r>
              <a:rPr lang="en-US" dirty="0"/>
              <a:t>SAY: Skeleton screens (grey placeholder shapes) = nicer loading experience than text. Build one with Tailwind on Day 8.</a:t>
            </a:r>
          </a:p>
          <a:p>
            <a:endParaRPr lang="en-US" dirty="0"/>
          </a:p>
          <a:p>
            <a:r>
              <a:rPr lang="en-US" dirty="0"/>
              <a:t>DO: Test each state: throttle → loading; change URL to /userz → error; filter result to an empty array → empty state.</a:t>
            </a:r>
          </a:p>
          <a:p>
            <a:endParaRPr lang="en-US" dirty="0"/>
          </a:p>
          <a:p>
            <a:r>
              <a:rPr lang="en-US" dirty="0"/>
              <a:t>ASK: Which state do users see most often on a slow mobile connection? (Loading, so make it good.)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Sometimes need to reach directly into the page, e.g. focus an input or scroll to an element. Sometimes need to remember a value without re-rendering. useRef does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useRef returns object with single property, current. React keeps same object for lifetime of the component.</a:t>
            </a:r>
          </a:p>
          <a:p>
            <a:endParaRPr lang="en-US" dirty="0"/>
          </a:p>
          <a:p>
            <a:r>
              <a:rPr lang="en-US" dirty="0"/>
              <a:t>SAY: First use: DOM access. Pass ref to element's ref attribute. After React creates the element, inputRef.current = the real input element → call focus, select or scrollIntoView on it. Access in effects or event handlers, not during rendering: during first render the element does not exist yet.</a:t>
            </a:r>
          </a:p>
          <a:p>
            <a:endParaRPr lang="en-US" dirty="0"/>
          </a:p>
          <a:p>
            <a:r>
              <a:rPr lang="en-US" dirty="0"/>
              <a:t>SAY: Second use: remember a value without re-rendering. renders.current changes; screen does not update. Read and write .current in effects or event handlers, never in component body while rendering (only exception: setting its initial value); why the count is updated inside an effect, which runs after each render. Good for timer ids, previous values, anything the UI does not display.</a:t>
            </a:r>
          </a:p>
          <a:p>
            <a:endParaRPr lang="en-US" dirty="0"/>
          </a:p>
          <a:p>
            <a:r>
              <a:rPr lang="en-US" dirty="0"/>
              <a:t>SAY: React 19 note: can now pass ref as a normal prop to your own components → wrapping inputs much simpler. Covered Day 8.</a:t>
            </a:r>
          </a:p>
          <a:p>
            <a:endParaRPr lang="en-US" dirty="0"/>
          </a:p>
          <a:p>
            <a:r>
              <a:rPr lang="en-US" dirty="0"/>
              <a:t>DO: Build it. Refresh → input focused automatically. Click Select.</a:t>
            </a:r>
          </a:p>
          <a:p>
            <a:endParaRPr lang="en-US" dirty="0"/>
          </a:p>
          <a:p>
            <a:r>
              <a:rPr lang="en-US" dirty="0"/>
              <a:t>ASK: Show on screen how many times a button was clicked. Ref or state? (State, because the screen must update.)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</a:t>
            </a:r>
          </a:p>
          <a:p>
            <a:endParaRPr lang="en-US" dirty="0"/>
          </a:p>
          <a:p>
            <a:r>
              <a:rPr lang="en-US" dirty="0"/>
              <a:t>SAY: Quick decision guide. Appears on screen or affects what appears → state. Behind the scenes, or a DOM element → ref.</a:t>
            </a:r>
          </a:p>
          <a:p>
            <a:endParaRPr lang="en-US" dirty="0"/>
          </a:p>
          <a:p>
            <a:r>
              <a:rPr lang="en-US" dirty="0"/>
              <a:t>SAY: Warning: refs = escape hatch. Using refs to read and change lots of DOM content = fighting React. Let state drive the UI; refs only for things React cannot express, such as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Components share UI by being reused. Custom Hooks let components share logic. One of the most elegant ideas in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Custom Hook = JavaScript function that uses other Hooks; name starts with "use". Name must be use followed by a capital letter, as in useFetch. Prefix matters: tells other developers, ESLint and the React Compiler that the function follows the Rules of Hooks.</a:t>
            </a:r>
          </a:p>
          <a:p>
            <a:endParaRPr lang="en-US" dirty="0"/>
          </a:p>
          <a:p>
            <a:r>
              <a:rPr lang="en-US" dirty="0"/>
              <a:t>SAY: Custom Hooks share logic, not state. Two components call useWindowWidth → each gets its own independent width state.</a:t>
            </a:r>
          </a:p>
          <a:p>
            <a:endParaRPr lang="en-US" dirty="0"/>
          </a:p>
          <a:p>
            <a:r>
              <a:rPr lang="en-US" dirty="0"/>
              <a:t>SAY: Return whatever makes sense. useLocalStorage returns an array like useState. useFetch returns an object with data, loading and error.</a:t>
            </a:r>
          </a:p>
          <a:p>
            <a:endParaRPr lang="en-US" dirty="0"/>
          </a:p>
          <a:p>
            <a:r>
              <a:rPr lang="en-US" dirty="0"/>
              <a:t>SAY: Payoff = readability. const { data, loading, error } = useFetch(url) far easier to read than twenty lines of effect code.</a:t>
            </a:r>
          </a:p>
          <a:p>
            <a:endParaRPr lang="en-US" dirty="0"/>
          </a:p>
          <a:p>
            <a:r>
              <a:rPr lang="en-US" dirty="0"/>
              <a:t>DO: Create folder src/hooks. Hook files use camelCase names: useFetch.js, useLocalStorage.js.</a:t>
            </a:r>
          </a:p>
          <a:p>
            <a:r>
              <a:rPr lang="en-US" dirty="0"/>
              <a:t>SAY: Rules of Hooks = two rules. One: call Hooks only at top level of a component or custom Hook; never inside a condition, a loop, a nested function or after an early return; React matches each Hook call to its state by the order the calls happen on every render. Two: call Hooks only from React components or other custom Hooks, not ordinary JavaScript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All fetching logic from Module 5.2, packaged once. Tracks data, error and loading; cancels stale requests; re-runs whenever url changes.</a:t>
            </a:r>
          </a:p>
          <a:p>
            <a:endParaRPr lang="en-US" dirty="0"/>
          </a:p>
          <a:p>
            <a:r>
              <a:rPr lang="en-US" dirty="0"/>
              <a:t>SAY: UserList shrinks to: const { data: users, loading, error } = useFetch(API + "/users"); followed by the rendering. Note rename in destructuring, data: users, from Day 2.</a:t>
            </a:r>
          </a:p>
          <a:p>
            <a:endParaRPr lang="en-US" dirty="0"/>
          </a:p>
          <a:p>
            <a:r>
              <a:rPr lang="en-US" dirty="0"/>
              <a:t>DO: Build useFetch. Refactor UserList and UserPosts to use it. Show how much shorter they become.</a:t>
            </a:r>
          </a:p>
          <a:p>
            <a:endParaRPr lang="en-US" dirty="0"/>
          </a:p>
          <a:p>
            <a:r>
              <a:rPr lang="en-US" dirty="0"/>
              <a:t>KNOWN ISSUE: Infinite requests. url built as a new object or array each render, or delegate passed an options object created inline and added it to the dependencies. Keep dependencies to strings and numbers.</a:t>
            </a:r>
          </a:p>
          <a:p>
            <a:endParaRPr lang="en-US" dirty="0"/>
          </a:p>
          <a:p>
            <a:r>
              <a:rPr lang="en-US" dirty="0"/>
              <a:t>SAY: Hook deliberately simple. No caching → navigating away and back fetches again. Gap TanStack Query fills on Day 7.</a:t>
            </a:r>
          </a:p>
          <a:p>
            <a:endParaRPr lang="en-US" dirty="0"/>
          </a:p>
          <a:p>
            <a:r>
              <a:rPr lang="en-US" dirty="0"/>
              <a:t>ASK: Two components call useFetch with the same URL. How many requests? (Two. Custom Hooks do not share state or cache.)</a:t>
            </a:r>
          </a:p>
          <a:p>
            <a:r>
              <a:rPr lang="en-US" dirty="0"/>
              <a:t>SAY: Two details make it reliable. First: loading switched off only if this request was not cancelled. Without that check, a cancelled request (from StrictMode's double mount or a url change) sets loading to false while new request still running → code such as data.current crashes. Second: cleanup sets loading back to true, ready for next url. No setLoading at top of the effect: React Hooks ESLint rules report setting state synchronously inside an effect (react-hooks/set-state-in-effect).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localStorage = small key-value store in the browser; survives page refreshes. Stores only strings → convert with JSON.stringify and JSON.parse.</a:t>
            </a:r>
          </a:p>
          <a:p>
            <a:endParaRPr lang="en-US" dirty="0"/>
          </a:p>
          <a:p>
            <a:r>
              <a:rPr lang="en-US" dirty="0"/>
              <a:t>SAY: Two techniques. First, lazy initial state: passing a function to useState → React calls it only on first render. Reading storage on every render = wasteful.</a:t>
            </a:r>
          </a:p>
          <a:p>
            <a:endParaRPr lang="en-US" dirty="0"/>
          </a:p>
          <a:p>
            <a:r>
              <a:rPr lang="en-US" dirty="0"/>
              <a:t>SAY: Second, effect keeps storage in sync with state: value changes → written back. Perfect use of an effect: synchronising with an external system.</a:t>
            </a:r>
          </a:p>
          <a:p>
            <a:endParaRPr lang="en-US" dirty="0"/>
          </a:p>
          <a:p>
            <a:r>
              <a:rPr lang="en-US" dirty="0"/>
              <a:t>SAY: Hook returns same shape as useState → in App replace useState with useLocalStorage and add a key. Everything else stays the same.</a:t>
            </a:r>
          </a:p>
          <a:p>
            <a:endParaRPr lang="en-US" dirty="0"/>
          </a:p>
          <a:p>
            <a:r>
              <a:rPr lang="en-US" dirty="0"/>
              <a:t>DO: Apply to TaskBoard. Add task, refresh → task still there. DevTools Application tab, then Local Storage → show stored JSON.</a:t>
            </a:r>
          </a:p>
          <a:p>
            <a:endParaRPr lang="en-US" dirty="0"/>
          </a:p>
          <a:p>
            <a:r>
              <a:rPr lang="en-US" dirty="0"/>
              <a:t>KNOWN ISSUE: "Unexpected token ... is not valid JSON" (or ""undefined" is not valid JSON") error. Something non-JSON stored under that key earlier, often the text undefined after saving an undefined value. Clear it in Application tab, or wrap JSON.parse in try and catch.</a:t>
            </a:r>
          </a:p>
          <a:p>
            <a:endParaRPr lang="en-US" dirty="0"/>
          </a:p>
          <a:p>
            <a:r>
              <a:rPr lang="en-US" dirty="0"/>
              <a:t>NOTE: localStorage = per browser and per device. Not a database. Day 9: move data to Supabase so it follows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40 min</a:t>
            </a:r>
          </a:p>
          <a:p>
            <a:endParaRPr lang="en-US" dirty="0"/>
          </a:p>
          <a:p>
            <a:r>
              <a:rPr lang="en-US" dirty="0"/>
              <a:t>SAY: Debouncing = wait until user pauses typing before doing work. Saves requests and server cost.</a:t>
            </a:r>
          </a:p>
          <a:p>
            <a:endParaRPr lang="en-US" dirty="0"/>
          </a:p>
          <a:p>
            <a:r>
              <a:rPr lang="en-US" dirty="0"/>
              <a:t>HINT for the debounce effect:</a:t>
            </a:r>
          </a:p>
          <a:p>
            <a:r>
              <a:rPr lang="en-US" dirty="0"/>
              <a:t>useEffect(() =&gt; {</a:t>
            </a:r>
          </a:p>
          <a:p>
            <a:r>
              <a:rPr lang="en-US" dirty="0"/>
              <a:t>  const id = setTimeout(() =&gt; setDebouncedQuery(query), 400);</a:t>
            </a:r>
          </a:p>
          <a:p>
            <a:r>
              <a:rPr lang="en-US" dirty="0"/>
              <a:t>  return () =&gt; clearTimeout(id);</a:t>
            </a:r>
          </a:p>
          <a:p>
            <a:r>
              <a:rPr lang="en-US" dirty="0"/>
              <a:t>}, [query]);</a:t>
            </a:r>
          </a:p>
          <a:p>
            <a:r>
              <a:rPr lang="en-US" dirty="0"/>
              <a:t>Every keystroke clears previous timer → only final pause triggers the update.</a:t>
            </a:r>
          </a:p>
          <a:p>
            <a:endParaRPr lang="en-US" dirty="0"/>
          </a:p>
          <a:p>
            <a:r>
              <a:rPr lang="en-US" dirty="0"/>
              <a:t>HINT: encode the query: encodeURIComponent(debouncedQuery).</a:t>
            </a:r>
          </a:p>
          <a:p>
            <a:endParaRPr lang="en-US" dirty="0"/>
          </a:p>
          <a:p>
            <a:r>
              <a:rPr lang="en-US" dirty="0"/>
              <a:t>STRETCH: Extract debounce into custom Hook, useDebounce(value, delay); reuse it. Highlight matching text in results.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Request on every keystroke: fetching uses query instead of debouncedQuery.</a:t>
            </a:r>
          </a:p>
          <a:p>
            <a:r>
              <a:rPr lang="en-US" dirty="0"/>
              <a:t>2. Results flash old data: missing AbortController cleanup.</a:t>
            </a:r>
          </a:p>
          <a:p>
            <a:r>
              <a:rPr lang="en-US" dirty="0"/>
              <a:t>3. dummyjson blocked on the network: fall back to filtering JSONPlaceholder users by name.</a:t>
            </a:r>
          </a:p>
          <a:p>
            <a:r>
              <a:rPr lang="en-US" dirty="0"/>
              <a:t>HINT for loading: no setLoading(true) at top of the fetch effect (React Hooks ESLint rules flag it). Store the query each result belongs to, e.g. setResult({ query: debouncedQuery, products: json.products, error: null }), and derive const loading = !tooShort &amp;&amp; result.query !== debouncedQuery.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45 min</a:t>
            </a:r>
          </a:p>
          <a:p>
            <a:endParaRPr lang="en-US" dirty="0"/>
          </a:p>
          <a:p>
            <a:r>
              <a:rPr lang="en-US" dirty="0"/>
              <a:t>SAY: Open-Meteo = free weather API; needs no key.</a:t>
            </a:r>
          </a:p>
          <a:p>
            <a:endParaRPr lang="en-US" dirty="0"/>
          </a:p>
          <a:p>
            <a:r>
              <a:rPr lang="en-US" dirty="0"/>
              <a:t>URL PATTERN:</a:t>
            </a:r>
          </a:p>
          <a:p>
            <a:r>
              <a:rPr lang="en-US" dirty="0"/>
              <a:t>https://api.open-meteo.com/v1/forecast?latitude=-26.20&amp;longitude=28.05&amp;current=temperature_2m,wind_speed_10m</a:t>
            </a:r>
          </a:p>
          <a:p>
            <a:r>
              <a:rPr lang="en-US" dirty="0"/>
              <a:t>Response has a current object with temperature_2m and wind_speed_10m, plus current.time for last updated time. Add &amp;timezone=auto to the URL → time is local; without it the API returns GMT.</a:t>
            </a:r>
          </a:p>
          <a:p>
            <a:endParaRPr lang="en-US" dirty="0"/>
          </a:p>
          <a:p>
            <a:r>
              <a:rPr lang="en-US" dirty="0"/>
              <a:t>SUGGESTED CITIES: Johannesburg (-26.20, 28.05), Cape Town (-33.92, 18.42), Durban (-29.86, 31.02). Delegates may choose any cities.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data is null crash: reading data.current before loading finishes. Guard with loading checks or data?.current.</a:t>
            </a:r>
          </a:p>
          <a:p>
            <a:r>
              <a:rPr lang="en-US" dirty="0"/>
              <a:t>2. Infinite fetch loop: URL stored in an object recreated every render.</a:t>
            </a:r>
          </a:p>
          <a:p>
            <a:r>
              <a:rPr lang="en-US" dirty="0"/>
              <a:t>3. Wrong values: latitude and longitude the wrong way round.</a:t>
            </a:r>
          </a:p>
          <a:p>
            <a:endParaRPr lang="en-US" dirty="0"/>
          </a:p>
          <a:p>
            <a:r>
              <a:rPr lang="en-US" dirty="0"/>
              <a:t>STRETCH: Add hourly forecast chart as a simple bar list using the hourly=temperature_2m parameter. Add a Use my location button with navigator.geolocation (browser will ask permission).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50 min</a:t>
            </a:r>
          </a:p>
          <a:p>
            <a:endParaRPr lang="en-US" dirty="0"/>
          </a:p>
          <a:p>
            <a:r>
              <a:rPr lang="en-US" dirty="0"/>
              <a:t>SAY: Makes TaskBoard feel like a real app.</a:t>
            </a:r>
          </a:p>
          <a:p>
            <a:endParaRPr lang="en-US" dirty="0"/>
          </a:p>
          <a:p>
            <a:r>
              <a:rPr lang="en-US" dirty="0"/>
              <a:t>GUIDANCE for seeding:</a:t>
            </a:r>
          </a:p>
          <a:p>
            <a:r>
              <a:rPr lang="en-US" dirty="0"/>
              <a:t>In App, start useLocalStorage with null as initial value: const [tasks, setTasks] = useLocalStorage("tasks", null). null = nothing stored yet. Derive const needsSeed = tasks === null; then write an effect with [needsSeed, setTasks] dependencies that returns early when needsSeed is false, otherwise fetches https://jsonplaceholder.typicode.com/todos?_limit=5 with an AbortController and calls setTasks with the mapped todos. Do not check localStorage.getItem("tasks") inside an effect: useLocalStorage's own effect has already written the initial value to storage by then → check never sees null.</a:t>
            </a:r>
          </a:p>
          <a:p>
            <a:endParaRPr lang="en-US" dirty="0"/>
          </a:p>
          <a:p>
            <a:r>
              <a:rPr lang="en-US" dirty="0"/>
              <a:t>Mapping example:</a:t>
            </a:r>
          </a:p>
          <a:p>
            <a:r>
              <a:rPr lang="en-US" dirty="0"/>
              <a:t>todos.map((t) =&gt; ({ id: String(t.id), title: t.title, status: t.completed ? "done" : "todo", points: 1 }))</a:t>
            </a:r>
          </a:p>
          <a:p>
            <a:endParaRPr lang="en-US" dirty="0"/>
          </a:p>
          <a:p>
            <a:r>
              <a:rPr lang="en-US" dirty="0"/>
              <a:t>Reset board: call setTasks(null). needsSeed becomes true → seeding effect runs again; useLocalStorage saves the new value for you (removeItem not needed). For an empty board instead, call setTasks([]).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Seed data duplicates each refresh: seeding runs even when stored tasks exist.</a:t>
            </a:r>
          </a:p>
          <a:p>
            <a:r>
              <a:rPr lang="en-US" dirty="0"/>
              <a:t>2. Double seeding in development: StrictMode double-mount. Guard with an AbortController or an "ignore" flag in cleanup.</a:t>
            </a:r>
          </a:p>
          <a:p>
            <a:r>
              <a:rPr lang="en-US" dirty="0"/>
              <a:t>3. Components crash on null tasks: render a loading state while tasks is null.</a:t>
            </a:r>
          </a:p>
          <a:p>
            <a:endParaRPr lang="en-US" dirty="0"/>
          </a:p>
          <a:p>
            <a:r>
              <a:rPr lang="en-US" dirty="0"/>
              <a:t>STRETCH: Store a separate theme or filter preference with useLocalStorage.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ANSWERS:</a:t>
            </a:r>
          </a:p>
          <a:p>
            <a:r>
              <a:rPr lang="en-US" dirty="0"/>
              <a:t>1. Tells React when to re-run the effect: only when those values change.</a:t>
            </a:r>
          </a:p>
          <a:p>
            <a:r>
              <a:rPr lang="en-US" dirty="0"/>
              <a:t>2. Before the effect re-runs and when component unmounts.</a:t>
            </a:r>
          </a:p>
          <a:p>
            <a:r>
              <a:rPr lang="en-US" dirty="0"/>
              <a:t>3. Async functions return a promise; effect must return nothing or a cleanup function.</a:t>
            </a:r>
          </a:p>
          <a:p>
            <a:r>
              <a:rPr lang="en-US" dirty="0"/>
              <a:t>4. Race conditions: stale responses overwriting newer ones; wasted requests.</a:t>
            </a:r>
          </a:p>
          <a:p>
            <a:r>
              <a:rPr lang="en-US" dirty="0"/>
              <a:t>5. Accessing DOM elements (focus, scroll); storing values that should not trigger re-renders (timer ids).</a:t>
            </a:r>
          </a:p>
          <a:p>
            <a:r>
              <a:rPr lang="en-US" dirty="0"/>
              <a:t>6. Name starts with use and it calls other Hooks.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Halfway. Now know every core React Hook most apps need: useState, useEffect, useRef, plus how to build your own.</a:t>
            </a:r>
          </a:p>
          <a:p>
            <a:endParaRPr lang="en-US" dirty="0"/>
          </a:p>
          <a:p>
            <a:r>
              <a:rPr lang="en-US" dirty="0"/>
              <a:t>SAY: Tomorrow: professionalise TaskBoard with TypeScript (catches bugs before you run the code) and React Router (adds multiple pages).</a:t>
            </a:r>
          </a:p>
          <a:p>
            <a:endParaRPr lang="en-US" dirty="0"/>
          </a:p>
          <a:p>
            <a:r>
              <a:rPr lang="en-US" dirty="0"/>
              <a:t>SAY: Tonight: two small custom Hooks. useOnlineStatus listens to window "online" and "offline" events; returns navigator.onLine. Test by switching Network tab to Offline.</a:t>
            </a:r>
          </a:p>
          <a:p>
            <a:endParaRPr lang="en-US" dirty="0"/>
          </a:p>
          <a:p>
            <a:r>
              <a:rPr lang="en-US" dirty="0"/>
              <a:t>DO: Remind delegates to update GitHub repositories. Tomorrow project converts to TypeScript → everything must be committed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Reference only</a:t>
            </a:r>
          </a:p>
          <a:p>
            <a:endParaRPr lang="en-US" dirty="0"/>
          </a:p>
          <a:p>
            <a:r>
              <a:rPr lang="en-US" dirty="0"/>
              <a:t>SAY: "You might not need an effect" = one of the most valuable pages in the React docs. Read it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hyperlink" Target="https://react.dev/learn/synchronizing-with-effects" TargetMode="External"/><Relationship Id="rId2" Type="http://schemas.openxmlformats.org/officeDocument/2006/relationships/hyperlink" Target="https://react.dev/learn/you-might-not-need-an-effect" TargetMode="External"/><Relationship Id="rId3" Type="http://schemas.openxmlformats.org/officeDocument/2006/relationships/hyperlink" Target="https://react.dev/learn/referencing-values-with-refs" TargetMode="External"/><Relationship Id="rId4" Type="http://schemas.openxmlformats.org/officeDocument/2006/relationships/hyperlink" Target="https://react.dev/learn/manipulating-the-dom-with-refs" TargetMode="External"/><Relationship Id="rId5" Type="http://schemas.openxmlformats.org/officeDocument/2006/relationships/hyperlink" Target="https://react.dev/learn/reusing-logic-with-custom-hooks" TargetMode="External"/><Relationship Id="rId6" Type="http://schemas.openxmlformats.org/officeDocument/2006/relationships/hyperlink" Target="https://developer.mozilla.org/en-US/docs/Web/API/AbortController" TargetMode="External"/><Relationship Id="rId7" Type="http://schemas.openxmlformats.org/officeDocument/2006/relationships/hyperlink" Target="https://open-meteo.com/en/docs" TargetMode="External"/><Relationship Id="rId8" Type="http://schemas.openxmlformats.org/officeDocument/2006/relationships/hyperlink" Target="https://dummyjson.com/docs/products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822960"/>
            <a:ext cx="1828800" cy="18288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298448"/>
            <a:ext cx="877824" cy="8778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144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DEVELOPMENT: BEGINNER TO PROFESSIONAL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Effects, Refs and Custom Hooks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32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 components with the outside world and package logic for reuse.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36576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50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Recap: Day 4 Knowledge Check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calling a state setter do?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this: onClick={handleDelete(task.id)}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an input controlled?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update one task in an array immutably?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derived state, and why prefer it?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43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useEffect: synchronising with external systems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43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data: loading, error and empty states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4884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useRef: DOM access and values that do not re-render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14884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Hooks: useFetch and useLocalStorage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2880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Debounced search, weather dashboard, persistent TaskBoard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Synchronising with systems outside React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Side Effect?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outside React's rendering: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network, timers, storage, subscriptions, the page title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must stay pure: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same props and state, same JSX, no outside changes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runs after React updates the screen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synchronisation: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keep an outside system in step with your state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work belongs in event handlers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effects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0" y="1143000"/>
            <a:ext cx="3017520" cy="3520440"/>
          </a:xfrm>
          <a:prstGeom prst="roundRect">
            <a:avLst>
              <a:gd name="adj" fmla="val 3030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137160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052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978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model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468880"/>
            <a:ext cx="2606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effect says: whenever these values change, make the outside world match them.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Effect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src/components/Header.jsx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9131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6388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useEffect } from "react";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Header({ tasks })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openCount = tasks.filter((t) =&gt; !t.done).length;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document.title = `TaskBoard (${openCount} open)`;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[openCount]);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&lt;h1&gt;TaskBoard&lt;/h1&gt;;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644640" y="1188720"/>
            <a:ext cx="2042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argument: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effect function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argument: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dependency array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render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a dependency changes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browser tab title as you add tasks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Dependency Array Controls When Effects Run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useEffect(fn, [a, b])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the first render, then again whenever a or b changes. This is what you want most of the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43000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280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useEffect(fn, [])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87452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after the component first appears. Useful for one-time setup such as a subscription.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280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useEffect(fn)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87452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array: runs after every single render. Rarely correct, and a common cause of infinite loops.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 Functions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src/components/Clock.jsx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1114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03682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Clock()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[now, setNow] = useState(new Date());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id = setInterval(() =&gt; setNow(new Date()), 1000);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() =&gt; clearInterval(id); // cleanup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&lt;p&gt;{now.toLocaleTimeString()}&lt;/p&gt;;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useWindowWidth()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[width, setWidth] = useState(window.innerWidth);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onResize = () =&gt; setWidth(window.innerWidth);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window.addEventListener("resize", onResize);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() =&gt;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window.removeEventListener("resize", onResize);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width;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42660" y="1188720"/>
            <a:ext cx="26441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function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effect to clean up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the next effect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on unmount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undo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you set up: timers, listeners, subscriptions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StrictMode double-run checks this for you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Might Not Need an Effect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effect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33832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[fullName, setFullName] =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useState("");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setFullName(first + " " + last);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[first, last]);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during render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846320" y="17830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892808"/>
            <a:ext cx="33832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fullName =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 + " " + last;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Reset on click? Do it in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handler, not an effect: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handleSubmit()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save(); setTitle("");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Fetching Data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error and empty states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Fetching in an Effect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src/components/UserList.jsx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47294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19862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UserList()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[users, setUsers] = useState([]);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[loading, setLoading] = useState(true);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setError] = useState(null);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function load()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try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res = await fetch(`${API}/users`);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(!res.ok) throw new Error(res.status);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setUsers(await res.json());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catch (err)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setError(err.message);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finally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setLoading(false);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204460" y="1188720"/>
            <a:ext cx="34823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pieces of state: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data, loading, error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async function inside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effect and call 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itself cannot be async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is the JSONPlaceholder base URL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Cancelling Stale Requests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src/components/UserPosts.jsx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2273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9530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UserPosts({ userId })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[posts, setPosts] = useState([]);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controller = new AbortController();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fetch(`${API}/posts?userId=${userId}`,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signal: controller.signal,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.then((res) =&gt; res.json())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.then(setPosts)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.catch((err) =&gt;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(err.name !== "AbortError") console.error(err);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() =&gt; controller.abort();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[userId]);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58840" y="1188720"/>
            <a:ext cx="27279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slow old response can overwrite a newer one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AbortController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cancels the old request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aborts when userId changes or on unmount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the expected AbortError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 Every State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src/components/UserList.jsx (continued)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5968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78536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(loading) return &lt;p&gt;Loading users...&lt;/p&gt;;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 role="alert"&gt;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&lt;p&gt;Could not load users: {error}&lt;/p&gt;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&lt;button onClick={retry}&gt;Retry&lt;/button&gt;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&lt;/div&gt;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(users.length === 0) return &lt;p&gt;No users found.&lt;/p&gt;;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{users.map((u) =&gt; &lt;li key={u.id}&gt;{u.name}&lt;/li&gt;)}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791200" y="1188720"/>
            <a:ext cx="2895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tell the user something is happening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explain and offer a way forward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success, but nothing to show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actual data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returns keep this readable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useRef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access and values that do not trigger renders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Refs for DOM Elements and Stored Values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src/components/QuickAdd.jsx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97586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7015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useRef, useEffect } from "react";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QuickAdd()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inputRef = useRef(null);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renders = useRef(0);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inputRef.current.focus(); // focus on first load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 renders.current += 1; });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selectAll = () =&gt; inputRef.current.select();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(&lt;&gt;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ref={inputRef} placeholder="Quick add..." /&gt;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onClick={selectAll}&gt;Select&lt;/button&gt;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&lt;/&gt;);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707380" y="1188720"/>
            <a:ext cx="29794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useRef(initial)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{ current: initial }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ref={inputRef}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puts the DOM element in current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.current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 re-render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focus, scroll, measuring, timer ids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or State?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state when...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shown on screen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it should update the UI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values are derived from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tasks, form input, isOpen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ref when...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DOM element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not displayed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it must not cause a render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input element, interval id, previous value, scroll position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Hooks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logic with your own use functions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Custom Hook?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whose name starts with use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that calls other Hooks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stateful logic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components stay focused on UI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gets its own copy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state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Rules of Hooks: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 level only, called from components or other Hooks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whatever is useful: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value, an array or an object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0" y="1143000"/>
            <a:ext cx="3017520" cy="3520440"/>
          </a:xfrm>
          <a:prstGeom prst="roundRect">
            <a:avLst>
              <a:gd name="adj" fmla="val 3030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137160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052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978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extract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468880"/>
            <a:ext cx="2606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components contain the same useState and useEffect code, that code wants to be a custom Hook.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useFetch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src/hooks/useFetch.js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98170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70738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useFetch(url)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[data, setData] = useState(null);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setError] = useState(null);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[loading, setLoading] = useState(true);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ctrl = new AbortController();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fetch(url, { signal: ctrl.signal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.then((res) =&gt;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(!res.ok) throw new Error(`HTTP ${res.status}`);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res.json();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.then((d) =&gt; { setData(d); setError(null);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.catch((e) =&gt; e.name !== "AbortError" &amp;&amp; setError(e.message))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.finally(() =&gt; !ctrl.signal.aborted &amp;&amp; setLoading(false));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() =&gt; { ctrl.abort(); setLoading(true); };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[url]);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data, error, loading };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13220" y="1188720"/>
            <a:ext cx="19735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5.2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one reusable function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Re-fetches when url changes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const { data, loading, error } = useFetch(url)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import useState and useEffect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useLocalStorage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src/hooks/useLocalStorage.js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81406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5397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useEffect, useState } from "react";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useLocalStorage(key, initialValue)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[value, setValue] = useState(() =&gt;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stored = localStorage.getItem(key);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stored !== null ? JSON.parse(stored) : initialValue;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localStorage.setItem(key, JSON.stringify(value));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[key, value]);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[value, setValue];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App.jsx: a one-word change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[tasks, setTasks] = useLocalStorage("tasks", initialTasks);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545580" y="1188720"/>
            <a:ext cx="21412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initial state: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 a function so storage is read once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stores strings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use JSON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syncs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 to storage on every change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as useState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Search-as-You-Type with Debouncing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search results as the user types, without sending a request on every keystroke.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ProductSearch component with a controlled input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query in state and a debouncedQuery in state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effect, set debouncedQuery 400 ms after query changes; clear the timeout in cleanup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https://dummyjson.com/products/search?q= plus debouncedQuery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AbortController to cancel stale requests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loading, error, empty and results states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fetching when the query is shorter than 2 characters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Network tab for request count; commit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quickly sends one request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stale results appear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states render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40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Dashboard from a Public API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dashboard with a custom useFetch Hook and a city selector.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src/hooks/useFetch.js from the slide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WeatherDashboard with a select of three cities and their coordinates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Open-Meteo URL from the selected city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current temperature and wind speed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friendly loading state and error state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city refetches and cancels the old request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last updated time derived from the response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changes update the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useFetch is reused, not copied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console errors or warnings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45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TaskBoard: Persistence and Seed Data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TaskBoard remembers tasks after refresh and loads starter tasks from an API on first run.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src/hooks/useLocalStorage.js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useState for tasks with useLocalStorage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run only (no stored tasks), fetch 5 todos from JSONPlaceholder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them into TaskBoard's task shape with status and points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loading message while seeding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Auto-focus the add-task input with a ref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tab title with the open count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Reset board button; test refresh, then commit and push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survive a page refresh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loads only once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title shows the open count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50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36576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50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Day Check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purpose of the dependency array?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a cleanup function run?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the effect function itself not be async?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AbortController solve here?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uses of useRef.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function a custom Hook?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Wrap-Up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synchronise React with external systems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decide when effects run; cleanups undo them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is no external system, you probably do not need an effect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handle loading, error, empty and success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reach the DOM and hold non-visual values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 turn repeated logic into one clean call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118872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0" y="137160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764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practice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242316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useDebounce(value, delay) Hook and a useOnlineStatus() Hook that uses the browser online and offline events. Show an Offline banner in TaskBoard when the connection drops.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Links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Synchronizing with effects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https://react.dev/learn/synchronizing-with-effects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You might not need an effect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https://react.dev/learn/you-might-not-need-an-effect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Referencing values with refs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https://react.dev/learn/referencing-values-with-refs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Manipulating the DOM with refs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https://react.dev/learn/manipulating-the-dom-with-refs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Reusing logic with custom Hooks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https://react.dev/learn/reusing-logic-with-custom-hooks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MDN: AbortController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https://developer.mozilla.org/en-US/docs/Web/API/AbortController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https://open-meteo.com/en/docs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DummyJSON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https://dummyjson.com/docs/products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Effects, Refs and Custom Hooks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Development Day 5: Effects, Refs and Custom Hooks</dc:title>
  <dc:subject>PptxGenJS Presentation</dc:subject>
  <dc:creator>PptxGenJS</dc:creator>
  <cp:lastModifiedBy>PptxGenJS</cp:lastModifiedBy>
  <cp:revision>1</cp:revision>
  <dcterms:created xsi:type="dcterms:W3CDTF">2026-09-15T13:24:53Z</dcterms:created>
  <dcterms:modified xsi:type="dcterms:W3CDTF">2026-09-15T13:24:53Z</dcterms:modified>
</cp:coreProperties>
</file>